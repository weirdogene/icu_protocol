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4"/>
  </p:notesMasterIdLst>
  <p:sldIdLst>
    <p:sldId id="256" r:id="rId2"/>
    <p:sldId id="257" r:id="rId3"/>
  </p:sldIdLst>
  <p:sldSz cx="10799763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BAFF"/>
    <a:srgbClr val="BEDAFF"/>
    <a:srgbClr val="142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8ADC0-7349-4239-B725-5A9D1382E70B}" v="68" dt="2026-04-19T11:47:12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94" y="-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o Jin Na" userId="1cfde9e267cde1a7" providerId="LiveId" clId="{5CFFE2C1-6D58-4B1F-9DA1-15AE864EF5EA}"/>
    <pc:docChg chg="undo custSel addSld modSld">
      <pc:chgData name="Soo Jin Na" userId="1cfde9e267cde1a7" providerId="LiveId" clId="{5CFFE2C1-6D58-4B1F-9DA1-15AE864EF5EA}" dt="2026-04-19T11:48:44.507" v="2042" actId="6549"/>
      <pc:docMkLst>
        <pc:docMk/>
      </pc:docMkLst>
      <pc:sldChg chg="addSp delSp modSp mod">
        <pc:chgData name="Soo Jin Na" userId="1cfde9e267cde1a7" providerId="LiveId" clId="{5CFFE2C1-6D58-4B1F-9DA1-15AE864EF5EA}" dt="2026-04-19T11:47:36.756" v="2038" actId="6549"/>
        <pc:sldMkLst>
          <pc:docMk/>
          <pc:sldMk cId="0" sldId="256"/>
        </pc:sldMkLst>
        <pc:spChg chg="mod">
          <ac:chgData name="Soo Jin Na" userId="1cfde9e267cde1a7" providerId="LiveId" clId="{5CFFE2C1-6D58-4B1F-9DA1-15AE864EF5EA}" dt="2026-04-19T11:47:07.412" v="2017" actId="20577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5:20.307" v="6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oo Jin Na" userId="1cfde9e267cde1a7" providerId="LiveId" clId="{5CFFE2C1-6D58-4B1F-9DA1-15AE864EF5EA}" dt="2026-04-19T04:38:01.549" v="1158" actId="1278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oo Jin Na" userId="1cfde9e267cde1a7" providerId="LiveId" clId="{5CFFE2C1-6D58-4B1F-9DA1-15AE864EF5EA}" dt="2026-04-19T04:38:01.549" v="1158" actId="1278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5:46.027" v="69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3:29:12.165" v="1070" actId="478"/>
          <ac:spMkLst>
            <pc:docMk/>
            <pc:sldMk cId="0" sldId="256"/>
            <ac:spMk id="7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8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3:26:20.076" v="1040" actId="113"/>
          <ac:spMkLst>
            <pc:docMk/>
            <pc:sldMk cId="0" sldId="256"/>
            <ac:spMk id="9" creationId="{00000000-0000-0000-0000-000000000000}"/>
          </ac:spMkLst>
        </pc:spChg>
        <pc:spChg chg="mod">
          <ac:chgData name="Soo Jin Na" userId="1cfde9e267cde1a7" providerId="LiveId" clId="{5CFFE2C1-6D58-4B1F-9DA1-15AE864EF5EA}" dt="2026-04-19T04:43:53.232" v="1274" actId="692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5:20.307" v="61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oo Jin Na" userId="1cfde9e267cde1a7" providerId="LiveId" clId="{5CFFE2C1-6D58-4B1F-9DA1-15AE864EF5EA}" dt="2026-04-19T04:43:53.232" v="1274" actId="692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5:20.307" v="61" actId="478"/>
          <ac:spMkLst>
            <pc:docMk/>
            <pc:sldMk cId="0" sldId="256"/>
            <ac:spMk id="13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14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11:47:21.283" v="2022" actId="6549"/>
          <ac:spMkLst>
            <pc:docMk/>
            <pc:sldMk cId="0" sldId="256"/>
            <ac:spMk id="1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54.627" v="51" actId="478"/>
          <ac:spMkLst>
            <pc:docMk/>
            <pc:sldMk cId="0" sldId="256"/>
            <ac:spMk id="16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oo Jin Na" userId="1cfde9e267cde1a7" providerId="LiveId" clId="{5CFFE2C1-6D58-4B1F-9DA1-15AE864EF5EA}" dt="2026-04-19T04:39:49.699" v="1203" actId="12788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58.194" v="52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oo Jin Na" userId="1cfde9e267cde1a7" providerId="LiveId" clId="{5CFFE2C1-6D58-4B1F-9DA1-15AE864EF5EA}" dt="2026-04-19T04:39:49.699" v="1203" actId="12788"/>
          <ac:spMkLst>
            <pc:docMk/>
            <pc:sldMk cId="0" sldId="256"/>
            <ac:spMk id="21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58.194" v="52" actId="478"/>
          <ac:spMkLst>
            <pc:docMk/>
            <pc:sldMk cId="0" sldId="256"/>
            <ac:spMk id="22" creationId="{00000000-0000-0000-0000-000000000000}"/>
          </ac:spMkLst>
        </pc:spChg>
        <pc:spChg chg="mod">
          <ac:chgData name="Soo Jin Na" userId="1cfde9e267cde1a7" providerId="LiveId" clId="{5CFFE2C1-6D58-4B1F-9DA1-15AE864EF5EA}" dt="2026-04-19T03:00:03.578" v="575" actId="552"/>
          <ac:spMkLst>
            <pc:docMk/>
            <pc:sldMk cId="0" sldId="256"/>
            <ac:spMk id="23" creationId="{00000000-0000-0000-0000-000000000000}"/>
          </ac:spMkLst>
        </pc:spChg>
        <pc:spChg chg="mod">
          <ac:chgData name="Soo Jin Na" userId="1cfde9e267cde1a7" providerId="LiveId" clId="{5CFFE2C1-6D58-4B1F-9DA1-15AE864EF5EA}" dt="2026-04-19T02:58:40.995" v="562" actId="555"/>
          <ac:spMkLst>
            <pc:docMk/>
            <pc:sldMk cId="0" sldId="256"/>
            <ac:spMk id="24" creationId="{00000000-0000-0000-0000-000000000000}"/>
          </ac:spMkLst>
        </pc:spChg>
        <pc:spChg chg="mod">
          <ac:chgData name="Soo Jin Na" userId="1cfde9e267cde1a7" providerId="LiveId" clId="{5CFFE2C1-6D58-4B1F-9DA1-15AE864EF5EA}" dt="2026-04-19T02:57:02.083" v="547" actId="552"/>
          <ac:spMkLst>
            <pc:docMk/>
            <pc:sldMk cId="0" sldId="256"/>
            <ac:spMk id="25" creationId="{00000000-0000-0000-0000-000000000000}"/>
          </ac:spMkLst>
        </pc:spChg>
        <pc:spChg chg="mod">
          <ac:chgData name="Soo Jin Na" userId="1cfde9e267cde1a7" providerId="LiveId" clId="{5CFFE2C1-6D58-4B1F-9DA1-15AE864EF5EA}" dt="2026-04-19T03:15:24.972" v="837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Soo Jin Na" userId="1cfde9e267cde1a7" providerId="LiveId" clId="{5CFFE2C1-6D58-4B1F-9DA1-15AE864EF5EA}" dt="2026-04-19T02:55:23.102" v="538" actId="103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Soo Jin Na" userId="1cfde9e267cde1a7" providerId="LiveId" clId="{5CFFE2C1-6D58-4B1F-9DA1-15AE864EF5EA}" dt="2026-04-19T04:37:07.918" v="1153" actId="164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35.101" v="42" actId="478"/>
          <ac:spMkLst>
            <pc:docMk/>
            <pc:sldMk cId="0" sldId="256"/>
            <ac:spMk id="29" creationId="{00000000-0000-0000-0000-000000000000}"/>
          </ac:spMkLst>
        </pc:spChg>
        <pc:spChg chg="mod">
          <ac:chgData name="Soo Jin Na" userId="1cfde9e267cde1a7" providerId="LiveId" clId="{5CFFE2C1-6D58-4B1F-9DA1-15AE864EF5EA}" dt="2026-04-19T04:37:07.918" v="1153" actId="164"/>
          <ac:spMkLst>
            <pc:docMk/>
            <pc:sldMk cId="0" sldId="256"/>
            <ac:spMk id="30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38.724" v="44" actId="478"/>
          <ac:spMkLst>
            <pc:docMk/>
            <pc:sldMk cId="0" sldId="256"/>
            <ac:spMk id="31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37:07.918" v="1153" actId="164"/>
          <ac:spMkLst>
            <pc:docMk/>
            <pc:sldMk cId="0" sldId="256"/>
            <ac:spMk id="3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35.101" v="42" actId="478"/>
          <ac:spMkLst>
            <pc:docMk/>
            <pc:sldMk cId="0" sldId="256"/>
            <ac:spMk id="33" creationId="{00000000-0000-0000-0000-000000000000}"/>
          </ac:spMkLst>
        </pc:spChg>
        <pc:spChg chg="mod">
          <ac:chgData name="Soo Jin Na" userId="1cfde9e267cde1a7" providerId="LiveId" clId="{5CFFE2C1-6D58-4B1F-9DA1-15AE864EF5EA}" dt="2026-04-19T03:16:19.980" v="858" actId="555"/>
          <ac:spMkLst>
            <pc:docMk/>
            <pc:sldMk cId="0" sldId="256"/>
            <ac:spMk id="34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35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3:16:09.638" v="855" actId="478"/>
          <ac:spMkLst>
            <pc:docMk/>
            <pc:sldMk cId="0" sldId="256"/>
            <ac:spMk id="36" creationId="{00000000-0000-0000-0000-000000000000}"/>
          </ac:spMkLst>
        </pc:spChg>
        <pc:spChg chg="mod">
          <ac:chgData name="Soo Jin Na" userId="1cfde9e267cde1a7" providerId="LiveId" clId="{5CFFE2C1-6D58-4B1F-9DA1-15AE864EF5EA}" dt="2026-04-19T03:18:59.068" v="881" actId="555"/>
          <ac:spMkLst>
            <pc:docMk/>
            <pc:sldMk cId="0" sldId="256"/>
            <ac:spMk id="37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3:11:41.565" v="729" actId="478"/>
          <ac:spMkLst>
            <pc:docMk/>
            <pc:sldMk cId="0" sldId="256"/>
            <ac:spMk id="38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11:47:28.972" v="2032" actId="6549"/>
          <ac:spMkLst>
            <pc:docMk/>
            <pc:sldMk cId="0" sldId="256"/>
            <ac:spMk id="39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10.047" v="30" actId="478"/>
          <ac:spMkLst>
            <pc:docMk/>
            <pc:sldMk cId="0" sldId="256"/>
            <ac:spMk id="40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2:45.379" v="1271" actId="165"/>
          <ac:spMkLst>
            <pc:docMk/>
            <pc:sldMk cId="0" sldId="256"/>
            <ac:spMk id="41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4:15.940" v="33" actId="478"/>
          <ac:spMkLst>
            <pc:docMk/>
            <pc:sldMk cId="0" sldId="256"/>
            <ac:spMk id="42" creationId="{00000000-0000-0000-0000-000000000000}"/>
          </ac:spMkLst>
        </pc:spChg>
        <pc:spChg chg="mod">
          <ac:chgData name="Soo Jin Na" userId="1cfde9e267cde1a7" providerId="LiveId" clId="{5CFFE2C1-6D58-4B1F-9DA1-15AE864EF5EA}" dt="2026-04-19T04:41:48.919" v="1262" actId="164"/>
          <ac:spMkLst>
            <pc:docMk/>
            <pc:sldMk cId="0" sldId="256"/>
            <ac:spMk id="43" creationId="{00000000-0000-0000-0000-000000000000}"/>
          </ac:spMkLst>
        </pc:spChg>
        <pc:spChg chg="mod">
          <ac:chgData name="Soo Jin Na" userId="1cfde9e267cde1a7" providerId="LiveId" clId="{5CFFE2C1-6D58-4B1F-9DA1-15AE864EF5EA}" dt="2026-04-19T04:41:48.919" v="1262" actId="164"/>
          <ac:spMkLst>
            <pc:docMk/>
            <pc:sldMk cId="0" sldId="256"/>
            <ac:spMk id="44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1:48.919" v="1262" actId="164"/>
          <ac:spMkLst>
            <pc:docMk/>
            <pc:sldMk cId="0" sldId="256"/>
            <ac:spMk id="45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1:48.919" v="1262" actId="164"/>
          <ac:spMkLst>
            <pc:docMk/>
            <pc:sldMk cId="0" sldId="256"/>
            <ac:spMk id="46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1:48.919" v="1262" actId="164"/>
          <ac:spMkLst>
            <pc:docMk/>
            <pc:sldMk cId="0" sldId="256"/>
            <ac:spMk id="47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2:14.588" v="1265" actId="164"/>
          <ac:spMkLst>
            <pc:docMk/>
            <pc:sldMk cId="0" sldId="256"/>
            <ac:spMk id="48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3:54.892" v="23" actId="478"/>
          <ac:spMkLst>
            <pc:docMk/>
            <pc:sldMk cId="0" sldId="256"/>
            <ac:spMk id="49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2:14.588" v="1265" actId="164"/>
          <ac:spMkLst>
            <pc:docMk/>
            <pc:sldMk cId="0" sldId="256"/>
            <ac:spMk id="50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3:54.892" v="23" actId="478"/>
          <ac:spMkLst>
            <pc:docMk/>
            <pc:sldMk cId="0" sldId="256"/>
            <ac:spMk id="51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2:14.588" v="1265" actId="164"/>
          <ac:spMkLst>
            <pc:docMk/>
            <pc:sldMk cId="0" sldId="256"/>
            <ac:spMk id="52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3:54.892" v="23" actId="478"/>
          <ac:spMkLst>
            <pc:docMk/>
            <pc:sldMk cId="0" sldId="256"/>
            <ac:spMk id="53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3:05.065" v="1273" actId="465"/>
          <ac:spMkLst>
            <pc:docMk/>
            <pc:sldMk cId="0" sldId="256"/>
            <ac:spMk id="54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55" creationId="{00000000-0000-0000-0000-000000000000}"/>
          </ac:spMkLst>
        </pc:spChg>
        <pc:spChg chg="mod">
          <ac:chgData name="Soo Jin Na" userId="1cfde9e267cde1a7" providerId="LiveId" clId="{5CFFE2C1-6D58-4B1F-9DA1-15AE864EF5EA}" dt="2026-04-19T04:43:05.065" v="1273" actId="465"/>
          <ac:spMkLst>
            <pc:docMk/>
            <pc:sldMk cId="0" sldId="256"/>
            <ac:spMk id="56" creationId="{00000000-0000-0000-0000-000000000000}"/>
          </ac:spMkLst>
        </pc:spChg>
        <pc:spChg chg="mod">
          <ac:chgData name="Soo Jin Na" userId="1cfde9e267cde1a7" providerId="LiveId" clId="{5CFFE2C1-6D58-4B1F-9DA1-15AE864EF5EA}" dt="2026-04-19T11:47:36.756" v="2038" actId="6549"/>
          <ac:spMkLst>
            <pc:docMk/>
            <pc:sldMk cId="0" sldId="256"/>
            <ac:spMk id="57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3:25.320" v="9" actId="478"/>
          <ac:spMkLst>
            <pc:docMk/>
            <pc:sldMk cId="0" sldId="256"/>
            <ac:spMk id="58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2:23.544" v="1268" actId="164"/>
          <ac:spMkLst>
            <pc:docMk/>
            <pc:sldMk cId="0" sldId="256"/>
            <ac:spMk id="59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3:25.320" v="9" actId="478"/>
          <ac:spMkLst>
            <pc:docMk/>
            <pc:sldMk cId="0" sldId="256"/>
            <ac:spMk id="60" creationId="{00000000-0000-0000-0000-000000000000}"/>
          </ac:spMkLst>
        </pc:spChg>
        <pc:spChg chg="mod topLvl">
          <ac:chgData name="Soo Jin Na" userId="1cfde9e267cde1a7" providerId="LiveId" clId="{5CFFE2C1-6D58-4B1F-9DA1-15AE864EF5EA}" dt="2026-04-19T04:42:23.544" v="1268" actId="164"/>
          <ac:spMkLst>
            <pc:docMk/>
            <pc:sldMk cId="0" sldId="256"/>
            <ac:spMk id="61" creationId="{00000000-0000-0000-0000-000000000000}"/>
          </ac:spMkLst>
        </pc:spChg>
        <pc:spChg chg="del mod">
          <ac:chgData name="Soo Jin Na" userId="1cfde9e267cde1a7" providerId="LiveId" clId="{5CFFE2C1-6D58-4B1F-9DA1-15AE864EF5EA}" dt="2026-04-19T02:33:31.860" v="12" actId="478"/>
          <ac:spMkLst>
            <pc:docMk/>
            <pc:sldMk cId="0" sldId="256"/>
            <ac:spMk id="62" creationId="{00000000-0000-0000-0000-000000000000}"/>
          </ac:spMkLst>
        </pc:spChg>
        <pc:spChg chg="add 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68" creationId="{0963E8CC-9B9D-3D0D-7B01-C6A83651EA48}"/>
          </ac:spMkLst>
        </pc:spChg>
        <pc:spChg chg="add mod topLvl">
          <ac:chgData name="Soo Jin Na" userId="1cfde9e267cde1a7" providerId="LiveId" clId="{5CFFE2C1-6D58-4B1F-9DA1-15AE864EF5EA}" dt="2026-04-19T04:44:04.324" v="1275" actId="164"/>
          <ac:spMkLst>
            <pc:docMk/>
            <pc:sldMk cId="0" sldId="256"/>
            <ac:spMk id="69" creationId="{F5EBD215-9A80-5B07-96D5-0ADD87AB09DA}"/>
          </ac:spMkLst>
        </pc:spChg>
        <pc:spChg chg="add del mod">
          <ac:chgData name="Soo Jin Na" userId="1cfde9e267cde1a7" providerId="LiveId" clId="{5CFFE2C1-6D58-4B1F-9DA1-15AE864EF5EA}" dt="2026-04-19T03:14:54.164" v="833" actId="478"/>
          <ac:spMkLst>
            <pc:docMk/>
            <pc:sldMk cId="0" sldId="256"/>
            <ac:spMk id="70" creationId="{DC965906-996F-A6AF-B883-B21110E589AC}"/>
          </ac:spMkLst>
        </pc:spChg>
        <pc:spChg chg="add mod">
          <ac:chgData name="Soo Jin Na" userId="1cfde9e267cde1a7" providerId="LiveId" clId="{5CFFE2C1-6D58-4B1F-9DA1-15AE864EF5EA}" dt="2026-04-19T03:18:59.068" v="881" actId="555"/>
          <ac:spMkLst>
            <pc:docMk/>
            <pc:sldMk cId="0" sldId="256"/>
            <ac:spMk id="71" creationId="{24AB7CDC-3994-8ABC-98FB-265FDDA9391A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90" creationId="{701817B9-F1C3-85F7-73C8-02FFB8396963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92" creationId="{DF2DF9A9-CD23-9A00-6046-B0AAF774F278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95" creationId="{8DA6859C-F313-3520-7548-6AAEB40675A8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99" creationId="{7F96EA33-70AD-3CB2-5AF7-76E1F8CFD79E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102" creationId="{C23961F7-2BD4-5A8D-55BD-158A4D8F2CE1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104" creationId="{28A01649-1746-746B-C206-D97CB6BDA9ED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105" creationId="{A40D532D-A232-57CA-929F-DE66594A77E0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111" creationId="{D90F03FF-5681-22E1-C208-7B2C89B2A027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114" creationId="{24E645AB-C4F5-6FDF-2396-31BB08C2E97B}"/>
          </ac:spMkLst>
        </pc:spChg>
        <pc:spChg chg="mod">
          <ac:chgData name="Soo Jin Na" userId="1cfde9e267cde1a7" providerId="LiveId" clId="{5CFFE2C1-6D58-4B1F-9DA1-15AE864EF5EA}" dt="2026-04-19T11:47:11.881" v="2018"/>
          <ac:spMkLst>
            <pc:docMk/>
            <pc:sldMk cId="0" sldId="256"/>
            <ac:spMk id="116" creationId="{E5C282CF-1B87-1BCE-F724-B8609BBF65E4}"/>
          </ac:spMkLst>
        </pc:spChg>
        <pc:grpChg chg="mod">
          <ac:chgData name="Soo Jin Na" userId="1cfde9e267cde1a7" providerId="LiveId" clId="{5CFFE2C1-6D58-4B1F-9DA1-15AE864EF5EA}" dt="2026-04-19T03:19:11.588" v="883" actId="554"/>
          <ac:grpSpMkLst>
            <pc:docMk/>
            <pc:sldMk cId="0" sldId="256"/>
            <ac:grpSpMk id="64" creationId="{459056EC-EA59-EA68-09E2-524079195D32}"/>
          </ac:grpSpMkLst>
        </pc:grpChg>
        <pc:grpChg chg="add mod topLvl">
          <ac:chgData name="Soo Jin Na" userId="1cfde9e267cde1a7" providerId="LiveId" clId="{5CFFE2C1-6D58-4B1F-9DA1-15AE864EF5EA}" dt="2026-04-19T03:08:22.510" v="691" actId="164"/>
          <ac:grpSpMkLst>
            <pc:docMk/>
            <pc:sldMk cId="0" sldId="256"/>
            <ac:grpSpMk id="65" creationId="{D5A2D4B5-739C-0356-9F01-B907FA2CB17F}"/>
          </ac:grpSpMkLst>
        </pc:grpChg>
        <pc:grpChg chg="add del mod">
          <ac:chgData name="Soo Jin Na" userId="1cfde9e267cde1a7" providerId="LiveId" clId="{5CFFE2C1-6D58-4B1F-9DA1-15AE864EF5EA}" dt="2026-04-19T03:08:10.469" v="687" actId="165"/>
          <ac:grpSpMkLst>
            <pc:docMk/>
            <pc:sldMk cId="0" sldId="256"/>
            <ac:grpSpMk id="66" creationId="{43A05968-5C1B-03D2-9DCD-7769553A74A5}"/>
          </ac:grpSpMkLst>
        </pc:grpChg>
        <pc:grpChg chg="add mod">
          <ac:chgData name="Soo Jin Na" userId="1cfde9e267cde1a7" providerId="LiveId" clId="{5CFFE2C1-6D58-4B1F-9DA1-15AE864EF5EA}" dt="2026-04-19T03:30:23.165" v="1092" actId="465"/>
          <ac:grpSpMkLst>
            <pc:docMk/>
            <pc:sldMk cId="0" sldId="256"/>
            <ac:grpSpMk id="67" creationId="{1926680F-A1DF-E745-BE9D-FB50EF85E0B2}"/>
          </ac:grpSpMkLst>
        </pc:grpChg>
        <pc:grpChg chg="add del">
          <ac:chgData name="Soo Jin Na" userId="1cfde9e267cde1a7" providerId="LiveId" clId="{5CFFE2C1-6D58-4B1F-9DA1-15AE864EF5EA}" dt="2026-04-19T03:30:50.024" v="1095" actId="21"/>
          <ac:grpSpMkLst>
            <pc:docMk/>
            <pc:sldMk cId="0" sldId="256"/>
            <ac:grpSpMk id="77" creationId="{EA067AFF-1654-9951-451E-D29D9CFF1220}"/>
          </ac:grpSpMkLst>
        </pc:grpChg>
        <pc:grpChg chg="mod">
          <ac:chgData name="Soo Jin Na" userId="1cfde9e267cde1a7" providerId="LiveId" clId="{5CFFE2C1-6D58-4B1F-9DA1-15AE864EF5EA}" dt="2026-04-19T03:31:03.584" v="1099" actId="12789"/>
          <ac:grpSpMkLst>
            <pc:docMk/>
            <pc:sldMk cId="0" sldId="256"/>
            <ac:grpSpMk id="78" creationId="{EB6B5131-A074-66FD-6308-BA130CDE992A}"/>
          </ac:grpSpMkLst>
        </pc:grpChg>
        <pc:grpChg chg="add mod">
          <ac:chgData name="Soo Jin Na" userId="1cfde9e267cde1a7" providerId="LiveId" clId="{5CFFE2C1-6D58-4B1F-9DA1-15AE864EF5EA}" dt="2026-04-19T04:39:49.699" v="1203" actId="12788"/>
          <ac:grpSpMkLst>
            <pc:docMk/>
            <pc:sldMk cId="0" sldId="256"/>
            <ac:grpSpMk id="79" creationId="{F749F9AA-CA53-1865-79B1-3B038BF5F5D6}"/>
          </ac:grpSpMkLst>
        </pc:grpChg>
        <pc:grpChg chg="add del mod">
          <ac:chgData name="Soo Jin Na" userId="1cfde9e267cde1a7" providerId="LiveId" clId="{5CFFE2C1-6D58-4B1F-9DA1-15AE864EF5EA}" dt="2026-04-19T04:42:45.379" v="1271" actId="165"/>
          <ac:grpSpMkLst>
            <pc:docMk/>
            <pc:sldMk cId="0" sldId="256"/>
            <ac:grpSpMk id="80" creationId="{ACCC638C-0D38-EF44-FBBC-D46ECC416B1A}"/>
          </ac:grpSpMkLst>
        </pc:grpChg>
        <pc:grpChg chg="add mod">
          <ac:chgData name="Soo Jin Na" userId="1cfde9e267cde1a7" providerId="LiveId" clId="{5CFFE2C1-6D58-4B1F-9DA1-15AE864EF5EA}" dt="2026-04-19T04:43:05.065" v="1273" actId="465"/>
          <ac:grpSpMkLst>
            <pc:docMk/>
            <pc:sldMk cId="0" sldId="256"/>
            <ac:grpSpMk id="81" creationId="{1C70CD84-49B9-C539-1A13-E5448D5D783B}"/>
          </ac:grpSpMkLst>
        </pc:grpChg>
        <pc:grpChg chg="add mod">
          <ac:chgData name="Soo Jin Na" userId="1cfde9e267cde1a7" providerId="LiveId" clId="{5CFFE2C1-6D58-4B1F-9DA1-15AE864EF5EA}" dt="2026-04-19T04:43:05.065" v="1273" actId="465"/>
          <ac:grpSpMkLst>
            <pc:docMk/>
            <pc:sldMk cId="0" sldId="256"/>
            <ac:grpSpMk id="82" creationId="{EAAF6285-2C3A-9CE9-1C7D-7BD4028A35C2}"/>
          </ac:grpSpMkLst>
        </pc:grpChg>
        <pc:grpChg chg="add mod">
          <ac:chgData name="Soo Jin Na" userId="1cfde9e267cde1a7" providerId="LiveId" clId="{5CFFE2C1-6D58-4B1F-9DA1-15AE864EF5EA}" dt="2026-04-19T04:42:23.544" v="1268" actId="164"/>
          <ac:grpSpMkLst>
            <pc:docMk/>
            <pc:sldMk cId="0" sldId="256"/>
            <ac:grpSpMk id="83" creationId="{DE42ED82-1576-8642-066D-3E7696329C2A}"/>
          </ac:grpSpMkLst>
        </pc:grpChg>
        <pc:picChg chg="add del mod">
          <ac:chgData name="Soo Jin Na" userId="1cfde9e267cde1a7" providerId="LiveId" clId="{5CFFE2C1-6D58-4B1F-9DA1-15AE864EF5EA}" dt="2026-04-19T02:36:41.296" v="76" actId="478"/>
          <ac:picMkLst>
            <pc:docMk/>
            <pc:sldMk cId="0" sldId="256"/>
            <ac:picMk id="63" creationId="{4B6D2664-6054-58AF-36F6-DF62D1B9A456}"/>
          </ac:picMkLst>
        </pc:picChg>
        <pc:cxnChg chg="add mod">
          <ac:chgData name="Soo Jin Na" userId="1cfde9e267cde1a7" providerId="LiveId" clId="{5CFFE2C1-6D58-4B1F-9DA1-15AE864EF5EA}" dt="2026-04-19T03:18:25.842" v="877" actId="12788"/>
          <ac:cxnSpMkLst>
            <pc:docMk/>
            <pc:sldMk cId="0" sldId="256"/>
            <ac:cxnSpMk id="73" creationId="{D1569D2F-F2EF-EE47-35A9-2DB2BB28B007}"/>
          </ac:cxnSpMkLst>
        </pc:cxnChg>
        <pc:cxnChg chg="add mod">
          <ac:chgData name="Soo Jin Na" userId="1cfde9e267cde1a7" providerId="LiveId" clId="{5CFFE2C1-6D58-4B1F-9DA1-15AE864EF5EA}" dt="2026-04-19T03:18:30.756" v="878" actId="12788"/>
          <ac:cxnSpMkLst>
            <pc:docMk/>
            <pc:sldMk cId="0" sldId="256"/>
            <ac:cxnSpMk id="74" creationId="{BCDFA55E-B5C5-7299-DCB3-238CF9941EDA}"/>
          </ac:cxnSpMkLst>
        </pc:cxnChg>
        <pc:cxnChg chg="add del mod">
          <ac:chgData name="Soo Jin Na" userId="1cfde9e267cde1a7" providerId="LiveId" clId="{5CFFE2C1-6D58-4B1F-9DA1-15AE864EF5EA}" dt="2026-04-19T03:17:32.108" v="874" actId="478"/>
          <ac:cxnSpMkLst>
            <pc:docMk/>
            <pc:sldMk cId="0" sldId="256"/>
            <ac:cxnSpMk id="76" creationId="{85EA050D-9009-E063-12A3-F2577112204D}"/>
          </ac:cxnSpMkLst>
        </pc:cxnChg>
      </pc:sldChg>
      <pc:sldChg chg="modSp add mod setBg">
        <pc:chgData name="Soo Jin Na" userId="1cfde9e267cde1a7" providerId="LiveId" clId="{5CFFE2C1-6D58-4B1F-9DA1-15AE864EF5EA}" dt="2026-04-19T11:48:44.507" v="2042" actId="6549"/>
        <pc:sldMkLst>
          <pc:docMk/>
          <pc:sldMk cId="220174219" sldId="257"/>
        </pc:sldMkLst>
        <pc:spChg chg="mod">
          <ac:chgData name="Soo Jin Na" userId="1cfde9e267cde1a7" providerId="LiveId" clId="{5CFFE2C1-6D58-4B1F-9DA1-15AE864EF5EA}" dt="2026-04-19T11:48:44.507" v="2042" actId="6549"/>
          <ac:spMkLst>
            <pc:docMk/>
            <pc:sldMk cId="220174219" sldId="257"/>
            <ac:spMk id="2" creationId="{4571AAD5-63A9-EF7B-5789-185915F40517}"/>
          </ac:spMkLst>
        </pc:spChg>
        <pc:spChg chg="mod">
          <ac:chgData name="Soo Jin Na" userId="1cfde9e267cde1a7" providerId="LiveId" clId="{5CFFE2C1-6D58-4B1F-9DA1-15AE864EF5EA}" dt="2026-04-19T11:22:29.786" v="2002" actId="20577"/>
          <ac:spMkLst>
            <pc:docMk/>
            <pc:sldMk cId="220174219" sldId="257"/>
            <ac:spMk id="5" creationId="{3F50FAB7-9968-C6AB-0855-FABB161436C5}"/>
          </ac:spMkLst>
        </pc:spChg>
        <pc:spChg chg="mod">
          <ac:chgData name="Soo Jin Na" userId="1cfde9e267cde1a7" providerId="LiveId" clId="{5CFFE2C1-6D58-4B1F-9DA1-15AE864EF5EA}" dt="2026-04-19T11:12:11.640" v="1281" actId="20577"/>
          <ac:spMkLst>
            <pc:docMk/>
            <pc:sldMk cId="220174219" sldId="257"/>
            <ac:spMk id="10" creationId="{8F2D0154-5169-7A2F-C853-91098C5E43EF}"/>
          </ac:spMkLst>
        </pc:spChg>
        <pc:spChg chg="mod">
          <ac:chgData name="Soo Jin Na" userId="1cfde9e267cde1a7" providerId="LiveId" clId="{5CFFE2C1-6D58-4B1F-9DA1-15AE864EF5EA}" dt="2026-04-19T11:12:31.864" v="1288" actId="20577"/>
          <ac:spMkLst>
            <pc:docMk/>
            <pc:sldMk cId="220174219" sldId="257"/>
            <ac:spMk id="12" creationId="{DFE84EC7-2696-BB34-6533-B15D7DC29044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14" creationId="{7116B3F8-A813-8A7D-F26A-1471CC378938}"/>
          </ac:spMkLst>
        </pc:spChg>
        <pc:spChg chg="mod">
          <ac:chgData name="Soo Jin Na" userId="1cfde9e267cde1a7" providerId="LiveId" clId="{5CFFE2C1-6D58-4B1F-9DA1-15AE864EF5EA}" dt="2026-04-19T11:13:25.375" v="1391" actId="20577"/>
          <ac:spMkLst>
            <pc:docMk/>
            <pc:sldMk cId="220174219" sldId="257"/>
            <ac:spMk id="15" creationId="{475BE532-6470-88A2-FB94-227C90F9D6E5}"/>
          </ac:spMkLst>
        </pc:spChg>
        <pc:spChg chg="mod">
          <ac:chgData name="Soo Jin Na" userId="1cfde9e267cde1a7" providerId="LiveId" clId="{5CFFE2C1-6D58-4B1F-9DA1-15AE864EF5EA}" dt="2026-04-19T11:21:52.256" v="1967" actId="20577"/>
          <ac:spMkLst>
            <pc:docMk/>
            <pc:sldMk cId="220174219" sldId="257"/>
            <ac:spMk id="18" creationId="{A0F79562-25A8-C2F3-2EFF-1190B079CAEE}"/>
          </ac:spMkLst>
        </pc:spChg>
        <pc:spChg chg="mod">
          <ac:chgData name="Soo Jin Na" userId="1cfde9e267cde1a7" providerId="LiveId" clId="{5CFFE2C1-6D58-4B1F-9DA1-15AE864EF5EA}" dt="2026-04-19T11:20:59.157" v="1940" actId="3064"/>
          <ac:spMkLst>
            <pc:docMk/>
            <pc:sldMk cId="220174219" sldId="257"/>
            <ac:spMk id="21" creationId="{8B6034A5-DFBD-8000-E47E-D9F8D73D5A95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30" creationId="{8BD2A06E-E4D8-CA80-9428-F51B5FB03063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32" creationId="{C8405E64-7FD3-6B0C-FB67-267DAF50314C}"/>
          </ac:spMkLst>
        </pc:spChg>
        <pc:spChg chg="mod">
          <ac:chgData name="Soo Jin Na" userId="1cfde9e267cde1a7" providerId="LiveId" clId="{5CFFE2C1-6D58-4B1F-9DA1-15AE864EF5EA}" dt="2026-04-19T11:19:27.270" v="1858" actId="20577"/>
          <ac:spMkLst>
            <pc:docMk/>
            <pc:sldMk cId="220174219" sldId="257"/>
            <ac:spMk id="39" creationId="{81DED1A7-29EE-3A7C-E474-B785396BC7FE}"/>
          </ac:spMkLst>
        </pc:spChg>
        <pc:spChg chg="mod">
          <ac:chgData name="Soo Jin Na" userId="1cfde9e267cde1a7" providerId="LiveId" clId="{5CFFE2C1-6D58-4B1F-9DA1-15AE864EF5EA}" dt="2026-04-19T11:21:18.868" v="1946" actId="6549"/>
          <ac:spMkLst>
            <pc:docMk/>
            <pc:sldMk cId="220174219" sldId="257"/>
            <ac:spMk id="41" creationId="{ED0A3AE1-339D-8C8A-BCB2-0748989752B3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45" creationId="{38A248E5-B49E-828A-3FE8-5F7C913D9ABF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46" creationId="{182C8A8D-51A7-35B1-885F-0F29B111F975}"/>
          </ac:spMkLst>
        </pc:spChg>
        <pc:spChg chg="mod">
          <ac:chgData name="Soo Jin Na" userId="1cfde9e267cde1a7" providerId="LiveId" clId="{5CFFE2C1-6D58-4B1F-9DA1-15AE864EF5EA}" dt="2026-04-19T11:20:44.197" v="1938" actId="3064"/>
          <ac:spMkLst>
            <pc:docMk/>
            <pc:sldMk cId="220174219" sldId="257"/>
            <ac:spMk id="48" creationId="{29BBBEBC-EFF4-32DE-1172-15F6ECCC9D6F}"/>
          </ac:spMkLst>
        </pc:spChg>
        <pc:spChg chg="mod">
          <ac:chgData name="Soo Jin Na" userId="1cfde9e267cde1a7" providerId="LiveId" clId="{5CFFE2C1-6D58-4B1F-9DA1-15AE864EF5EA}" dt="2026-04-19T11:20:44.197" v="1938" actId="3064"/>
          <ac:spMkLst>
            <pc:docMk/>
            <pc:sldMk cId="220174219" sldId="257"/>
            <ac:spMk id="50" creationId="{B6AFC508-7659-AB45-C6DB-D29F76E3AF76}"/>
          </ac:spMkLst>
        </pc:spChg>
        <pc:spChg chg="mod">
          <ac:chgData name="Soo Jin Na" userId="1cfde9e267cde1a7" providerId="LiveId" clId="{5CFFE2C1-6D58-4B1F-9DA1-15AE864EF5EA}" dt="2026-04-19T11:20:44.197" v="1938" actId="3064"/>
          <ac:spMkLst>
            <pc:docMk/>
            <pc:sldMk cId="220174219" sldId="257"/>
            <ac:spMk id="52" creationId="{BB0C602C-2205-5C56-0593-0375DB8F5001}"/>
          </ac:spMkLst>
        </pc:spChg>
        <pc:spChg chg="mod">
          <ac:chgData name="Soo Jin Na" userId="1cfde9e267cde1a7" providerId="LiveId" clId="{5CFFE2C1-6D58-4B1F-9DA1-15AE864EF5EA}" dt="2026-04-19T11:21:56.095" v="1975" actId="6549"/>
          <ac:spMkLst>
            <pc:docMk/>
            <pc:sldMk cId="220174219" sldId="257"/>
            <ac:spMk id="57" creationId="{2CBBD91F-5B22-0F45-4531-66CC02C978EC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59" creationId="{979C8145-7DE0-6B75-DE1A-963BC943D12A}"/>
          </ac:spMkLst>
        </pc:spChg>
        <pc:spChg chg="mod">
          <ac:chgData name="Soo Jin Na" userId="1cfde9e267cde1a7" providerId="LiveId" clId="{5CFFE2C1-6D58-4B1F-9DA1-15AE864EF5EA}" dt="2026-04-19T11:17:09.847" v="1755"/>
          <ac:spMkLst>
            <pc:docMk/>
            <pc:sldMk cId="220174219" sldId="257"/>
            <ac:spMk id="61" creationId="{578C1F84-2216-FE7F-75B3-94E0CBFF607E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69" creationId="{4FB75B58-EF25-CDDF-8782-F627C3B80977}"/>
          </ac:spMkLst>
        </pc:spChg>
        <pc:spChg chg="mod">
          <ac:chgData name="Soo Jin Na" userId="1cfde9e267cde1a7" providerId="LiveId" clId="{5CFFE2C1-6D58-4B1F-9DA1-15AE864EF5EA}" dt="2026-04-19T11:18:53.819" v="1847" actId="2711"/>
          <ac:spMkLst>
            <pc:docMk/>
            <pc:sldMk cId="220174219" sldId="257"/>
            <ac:spMk id="71" creationId="{8C4857D1-E906-C82A-4152-B7AAFED384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61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1pPr>
    <a:lvl2pPr marL="569808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2pPr>
    <a:lvl3pPr marL="1139617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3pPr>
    <a:lvl4pPr marL="1709425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4pPr>
    <a:lvl5pPr marL="2279233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5pPr>
    <a:lvl6pPr marL="2849042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6pPr>
    <a:lvl7pPr marL="3418850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7pPr>
    <a:lvl8pPr marL="3988659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8pPr>
    <a:lvl9pPr marL="4558467" algn="l" defTabSz="1139617" rtl="0" eaLnBrk="1" latinLnBrk="1" hangingPunct="1">
      <a:defRPr sz="14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D401-170F-52B4-7B25-10EAA643F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FEAA2-D0A1-95E6-18DB-9BDD0342D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2BBDB-3773-9111-BD04-A89971F11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3C566-3284-BD38-540C-8FEB750A1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4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062083"/>
            <a:ext cx="9179799" cy="438666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6617911"/>
            <a:ext cx="8099822" cy="3042080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523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2382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141251"/>
            <a:ext cx="9314796" cy="5241244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8432079"/>
            <a:ext cx="9314796" cy="27562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3101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354163"/>
            <a:ext cx="4589899" cy="79945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354163"/>
            <a:ext cx="4589899" cy="79945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805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670836"/>
            <a:ext cx="9314796" cy="24354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088748"/>
            <a:ext cx="4568805" cy="151374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4602496"/>
            <a:ext cx="4568805" cy="67695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088748"/>
            <a:ext cx="4591306" cy="151374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4602496"/>
            <a:ext cx="4591306" cy="67695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51793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197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327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839999"/>
            <a:ext cx="3483205" cy="293999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814168"/>
            <a:ext cx="5467380" cy="8954158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779996"/>
            <a:ext cx="3483205" cy="7002911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0742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839999"/>
            <a:ext cx="3483205" cy="293999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814168"/>
            <a:ext cx="5467380" cy="8954158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779996"/>
            <a:ext cx="3483205" cy="7002911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405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9664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670833"/>
            <a:ext cx="2328699" cy="106779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670833"/>
            <a:ext cx="6851100" cy="106779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591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02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670836"/>
            <a:ext cx="9314796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354163"/>
            <a:ext cx="9314796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1678325"/>
            <a:ext cx="2429947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1678325"/>
            <a:ext cx="364492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1678325"/>
            <a:ext cx="2429947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2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1079998" rtl="0" eaLnBrk="1" latinLnBrk="1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1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1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그룹 83">
            <a:extLst>
              <a:ext uri="{FF2B5EF4-FFF2-40B4-BE49-F238E27FC236}">
                <a16:creationId xmlns:a16="http://schemas.microsoft.com/office/drawing/2014/main" id="{D9BD813E-6565-D8C3-891E-C61C928B8664}"/>
              </a:ext>
            </a:extLst>
          </p:cNvPr>
          <p:cNvGrpSpPr/>
          <p:nvPr/>
        </p:nvGrpSpPr>
        <p:grpSpPr>
          <a:xfrm>
            <a:off x="1834658" y="2319086"/>
            <a:ext cx="7197420" cy="7961817"/>
            <a:chOff x="1834658" y="2319086"/>
            <a:chExt cx="7197420" cy="796181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DE42ED82-1576-8642-066D-3E7696329C2A}"/>
                </a:ext>
              </a:extLst>
            </p:cNvPr>
            <p:cNvGrpSpPr/>
            <p:nvPr/>
          </p:nvGrpSpPr>
          <p:grpSpPr>
            <a:xfrm>
              <a:off x="1834658" y="9380903"/>
              <a:ext cx="5297970" cy="900000"/>
              <a:chOff x="1834658" y="9380903"/>
              <a:chExt cx="5297970" cy="900000"/>
            </a:xfrm>
          </p:grpSpPr>
          <p:sp>
            <p:nvSpPr>
              <p:cNvPr id="57" name="Shape 55"/>
              <p:cNvSpPr/>
              <p:nvPr/>
            </p:nvSpPr>
            <p:spPr>
              <a:xfrm>
                <a:off x="1834658" y="9380903"/>
                <a:ext cx="1728000" cy="504000"/>
              </a:xfrm>
              <a:prstGeom prst="rect">
                <a:avLst/>
              </a:prstGeom>
              <a:solidFill>
                <a:srgbClr val="8CBA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 i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Keep higher RPM</a:t>
                </a:r>
                <a:endParaRPr lang="en-US" altLang="ko-KR" sz="1200" b="1" i="1" dirty="0">
                  <a:latin typeface="Outfit" pitchFamily="2" charset="0"/>
                </a:endParaRPr>
              </a:p>
            </p:txBody>
          </p:sp>
          <p:sp>
            <p:nvSpPr>
              <p:cNvPr id="59" name="Shape 57"/>
              <p:cNvSpPr/>
              <p:nvPr/>
            </p:nvSpPr>
            <p:spPr>
              <a:xfrm>
                <a:off x="3619643" y="9380903"/>
                <a:ext cx="1728000" cy="900000"/>
              </a:xfrm>
              <a:prstGeom prst="rect">
                <a:avLst/>
              </a:prstGeom>
              <a:solidFill>
                <a:srgbClr val="8CBA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 i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Change to larger cannula or </a:t>
                </a:r>
                <a:endParaRPr lang="en-US" altLang="ko-KR" sz="1200" b="1" i="1" dirty="0">
                  <a:latin typeface="Outfit" pitchFamily="2" charset="0"/>
                </a:endParaRPr>
              </a:p>
              <a:p>
                <a:pPr algn="ctr"/>
                <a:r>
                  <a:rPr lang="en-US" altLang="ko-KR" sz="1200" b="1" i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insert additional drainage cannula</a:t>
                </a:r>
                <a:endParaRPr lang="en-US" altLang="ko-KR" sz="1200" b="1" i="1" dirty="0">
                  <a:latin typeface="Outfit" pitchFamily="2" charset="0"/>
                </a:endParaRPr>
              </a:p>
            </p:txBody>
          </p:sp>
          <p:sp>
            <p:nvSpPr>
              <p:cNvPr id="61" name="Shape 59"/>
              <p:cNvSpPr/>
              <p:nvPr/>
            </p:nvSpPr>
            <p:spPr>
              <a:xfrm>
                <a:off x="5404628" y="9380903"/>
                <a:ext cx="1728000" cy="504000"/>
              </a:xfrm>
              <a:prstGeom prst="rect">
                <a:avLst/>
              </a:prstGeom>
              <a:solidFill>
                <a:srgbClr val="8CBA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 i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Reposition cannula</a:t>
                </a:r>
                <a:endParaRPr lang="en-US" altLang="ko-KR" sz="1200" b="1" i="1" dirty="0">
                  <a:latin typeface="Outfit" pitchFamily="2" charset="0"/>
                </a:endParaRPr>
              </a:p>
            </p:txBody>
          </p:sp>
        </p:grpSp>
        <p:sp>
          <p:nvSpPr>
            <p:cNvPr id="2" name="Shape 0"/>
            <p:cNvSpPr/>
            <p:nvPr/>
          </p:nvSpPr>
          <p:spPr>
            <a:xfrm>
              <a:off x="4568078" y="2319086"/>
              <a:ext cx="2736000" cy="504000"/>
            </a:xfrm>
            <a:prstGeom prst="rect">
              <a:avLst/>
            </a:prstGeom>
            <a:solidFill>
              <a:srgbClr val="1428A0"/>
            </a:solidFill>
            <a:ln w="19050">
              <a:solidFill>
                <a:srgbClr val="1A1A1A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Severe ARDS on VV ECMO</a:t>
              </a:r>
              <a:endParaRPr lang="en-US" altLang="ko-KR" sz="1400" dirty="0">
                <a:solidFill>
                  <a:schemeClr val="bg1"/>
                </a:solidFill>
                <a:latin typeface="Outfit" pitchFamily="2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5936078" y="28280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4568078" y="3013064"/>
              <a:ext cx="2736000" cy="57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Set target </a:t>
              </a:r>
              <a:r>
                <a:rPr lang="en-US" altLang="ko-KR" sz="1200" b="1" dirty="0" err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SaO</a:t>
              </a:r>
              <a:r>
                <a:rPr lang="en-US" altLang="ko-KR" sz="1200" b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₂</a:t>
              </a:r>
            </a:p>
            <a:p>
              <a:pPr algn="ctr">
                <a:lnSpc>
                  <a:spcPct val="114000"/>
                </a:lnSpc>
              </a:pPr>
              <a:r>
                <a:rPr lang="en-US" altLang="ko-KR" sz="1200" dirty="0">
                  <a:latin typeface="Outfit" pitchFamily="2" charset="0"/>
                </a:rPr>
                <a:t>(Under protective ventilator setting)</a:t>
              </a:r>
            </a:p>
          </p:txBody>
        </p:sp>
        <p:sp>
          <p:nvSpPr>
            <p:cNvPr id="8" name="Shape 6"/>
            <p:cNvSpPr/>
            <p:nvPr/>
          </p:nvSpPr>
          <p:spPr>
            <a:xfrm>
              <a:off x="5936078" y="3594053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1926680F-A1DF-E745-BE9D-FB50EF85E0B2}"/>
                </a:ext>
              </a:extLst>
            </p:cNvPr>
            <p:cNvGrpSpPr/>
            <p:nvPr/>
          </p:nvGrpSpPr>
          <p:grpSpPr>
            <a:xfrm>
              <a:off x="2840078" y="3779042"/>
              <a:ext cx="6192000" cy="684000"/>
              <a:chOff x="1471980" y="3407287"/>
              <a:chExt cx="6192000" cy="68400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1471980" y="3407287"/>
                <a:ext cx="6192000" cy="684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200" b="1">
                  <a:latin typeface="Outfit" pitchFamily="2" charset="0"/>
                </a:endParaRPr>
              </a:p>
            </p:txBody>
          </p: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D5A2D4B5-739C-0356-9F01-B907FA2CB17F}"/>
                  </a:ext>
                </a:extLst>
              </p:cNvPr>
              <p:cNvGrpSpPr/>
              <p:nvPr/>
            </p:nvGrpSpPr>
            <p:grpSpPr>
              <a:xfrm>
                <a:off x="1525980" y="3461287"/>
                <a:ext cx="6084000" cy="576000"/>
                <a:chOff x="1584000" y="3443571"/>
                <a:chExt cx="6084000" cy="576000"/>
              </a:xfrm>
            </p:grpSpPr>
            <p:sp>
              <p:nvSpPr>
                <p:cNvPr id="10" name="Shape 8"/>
                <p:cNvSpPr/>
                <p:nvPr/>
              </p:nvSpPr>
              <p:spPr>
                <a:xfrm>
                  <a:off x="1584000" y="3443571"/>
                  <a:ext cx="3024000" cy="57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1A1A1A"/>
                  </a:solidFill>
                  <a:prstDash val="sysDot"/>
                </a:ln>
              </p:spPr>
              <p:txBody>
                <a:bodyPr lIns="108000" tIns="72000" rIns="108000" bIns="72000" anchor="ctr" anchorCtr="0">
                  <a:no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1A1A1A"/>
                      </a:solidFill>
                      <a:latin typeface="Outfit" pitchFamily="2" charset="0"/>
                      <a:ea typeface="Outfit" pitchFamily="34" charset="-122"/>
                      <a:cs typeface="Outfit" pitchFamily="34" charset="-120"/>
                    </a:rPr>
                    <a:t>Moderate to Light sedation</a:t>
                  </a:r>
                  <a:endParaRPr lang="en-US" altLang="ko-KR" sz="1200" b="1">
                    <a:latin typeface="Outfit" pitchFamily="2" charset="0"/>
                  </a:endParaRPr>
                </a:p>
                <a:p>
                  <a:pPr algn="ctr"/>
                  <a:r>
                    <a:rPr lang="en-US" altLang="ko-KR" sz="1200" b="1">
                      <a:solidFill>
                        <a:srgbClr val="1A1A1A"/>
                      </a:solidFill>
                      <a:latin typeface="Outfit" pitchFamily="2" charset="0"/>
                      <a:ea typeface="Outfit" pitchFamily="34" charset="-122"/>
                      <a:cs typeface="Outfit" pitchFamily="34" charset="-120"/>
                    </a:rPr>
                    <a:t>80 – 88%</a:t>
                  </a:r>
                  <a:endParaRPr lang="en-US" altLang="ko-KR" sz="1200" b="1" dirty="0">
                    <a:latin typeface="Outfit" pitchFamily="2" charset="0"/>
                  </a:endParaRPr>
                </a:p>
              </p:txBody>
            </p:sp>
            <p:sp>
              <p:nvSpPr>
                <p:cNvPr id="12" name="Shape 10"/>
                <p:cNvSpPr/>
                <p:nvPr/>
              </p:nvSpPr>
              <p:spPr>
                <a:xfrm>
                  <a:off x="4644000" y="3443571"/>
                  <a:ext cx="3024000" cy="57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1A1A1A"/>
                  </a:solidFill>
                  <a:prstDash val="sysDot"/>
                </a:ln>
              </p:spPr>
              <p:txBody>
                <a:bodyPr lIns="108000" tIns="72000" rIns="108000" bIns="72000" anchor="ctr" anchorCtr="0">
                  <a:noAutofit/>
                </a:bodyPr>
                <a:lstStyle/>
                <a:p>
                  <a:pPr algn="ctr"/>
                  <a:r>
                    <a:rPr lang="en-US" altLang="ko-KR" sz="1200" b="1">
                      <a:solidFill>
                        <a:srgbClr val="1A1A1A"/>
                      </a:solidFill>
                      <a:latin typeface="Outfit" pitchFamily="2" charset="0"/>
                      <a:ea typeface="Outfit" pitchFamily="34" charset="-122"/>
                      <a:cs typeface="Outfit" pitchFamily="34" charset="-120"/>
                    </a:rPr>
                    <a:t>Awake</a:t>
                  </a:r>
                  <a:endParaRPr lang="en-US" altLang="ko-KR" sz="1200" b="1">
                    <a:latin typeface="Outfit" pitchFamily="2" charset="0"/>
                  </a:endParaRPr>
                </a:p>
                <a:p>
                  <a:pPr algn="ctr"/>
                  <a:r>
                    <a:rPr lang="en-US" altLang="ko-KR" sz="1200" b="1">
                      <a:solidFill>
                        <a:srgbClr val="1A1A1A"/>
                      </a:solidFill>
                      <a:latin typeface="Outfit" pitchFamily="2" charset="0"/>
                      <a:ea typeface="Outfit" pitchFamily="34" charset="-122"/>
                      <a:cs typeface="Outfit" pitchFamily="34" charset="-120"/>
                    </a:rPr>
                    <a:t>&gt; 88%</a:t>
                  </a:r>
                  <a:endParaRPr lang="en-US" altLang="ko-KR" sz="1200" b="1" dirty="0">
                    <a:latin typeface="Outfit" pitchFamily="2" charset="0"/>
                  </a:endParaRPr>
                </a:p>
              </p:txBody>
            </p:sp>
          </p:grpSp>
        </p:grpSp>
        <p:sp>
          <p:nvSpPr>
            <p:cNvPr id="14" name="Shape 12"/>
            <p:cNvSpPr/>
            <p:nvPr/>
          </p:nvSpPr>
          <p:spPr>
            <a:xfrm>
              <a:off x="5936078" y="4468033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4028078" y="4654236"/>
              <a:ext cx="3816000" cy="576000"/>
            </a:xfrm>
            <a:prstGeom prst="rect">
              <a:avLst/>
            </a:prstGeom>
            <a:solidFill>
              <a:srgbClr val="BED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08000" rIns="108000" bIns="108000" anchor="ctr" anchorCtr="0">
              <a:noAutofit/>
            </a:bodyPr>
            <a:lstStyle/>
            <a:p>
              <a:pPr algn="ctr"/>
              <a:r>
                <a:rPr lang="en-US" altLang="ko-KR" sz="1200" b="1" i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Titrate ECMO flow ≥ 60% of cardiac output </a:t>
              </a:r>
            </a:p>
            <a:p>
              <a:pPr algn="ctr"/>
              <a:r>
                <a:rPr lang="en-US" altLang="ko-KR" sz="1200" b="1" i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(i.e. 60-80ml/kg/min)</a:t>
              </a:r>
              <a:endParaRPr lang="en-US" altLang="ko-KR" sz="1200" b="1" i="1" dirty="0">
                <a:latin typeface="Outfit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5936078" y="5236439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568078" y="5422642"/>
              <a:ext cx="2736000" cy="50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200" b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Unable to get target SaO₂</a:t>
              </a:r>
              <a:endParaRPr lang="en-US" altLang="ko-KR" sz="1200" dirty="0">
                <a:latin typeface="Outfit" pitchFamily="2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936078" y="593284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568078" y="6119052"/>
              <a:ext cx="2736000" cy="504000"/>
            </a:xfrm>
            <a:prstGeom prst="rect">
              <a:avLst/>
            </a:prstGeom>
            <a:solidFill>
              <a:srgbClr val="BED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200" b="1" i="1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Check pre-oxygenator SaO₂</a:t>
              </a:r>
              <a:endParaRPr lang="en-US" altLang="ko-KR" sz="1200" i="1" dirty="0">
                <a:latin typeface="Outfit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5936077" y="6626942"/>
              <a:ext cx="0" cy="144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 flipV="1">
              <a:off x="3401599" y="6766344"/>
              <a:ext cx="5068956" cy="4598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3401599" y="6770942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937100" y="6770942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8470555" y="6770942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F749F9AA-CA53-1865-79B1-3B038BF5F5D6}"/>
                </a:ext>
              </a:extLst>
            </p:cNvPr>
            <p:cNvGrpSpPr/>
            <p:nvPr/>
          </p:nvGrpSpPr>
          <p:grpSpPr>
            <a:xfrm>
              <a:off x="3221375" y="6962522"/>
              <a:ext cx="5429406" cy="504000"/>
              <a:chOff x="3239375" y="6962522"/>
              <a:chExt cx="5429406" cy="50400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3239375" y="6962522"/>
                <a:ext cx="1332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&lt; 80%</a:t>
                </a:r>
                <a:endParaRPr lang="en-US" altLang="ko-KR" sz="1200" dirty="0">
                  <a:latin typeface="Outfit" pitchFamily="2" charset="0"/>
                </a:endParaRPr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5288078" y="6962522"/>
                <a:ext cx="1332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80 – 90%</a:t>
                </a:r>
                <a:endParaRPr lang="en-US" altLang="ko-KR" sz="1200" dirty="0">
                  <a:latin typeface="Outfit" pitchFamily="2" charset="0"/>
                </a:endParaRPr>
              </a:p>
            </p:txBody>
          </p:sp>
          <p:sp>
            <p:nvSpPr>
              <p:cNvPr id="32" name="Shape 30"/>
              <p:cNvSpPr/>
              <p:nvPr/>
            </p:nvSpPr>
            <p:spPr>
              <a:xfrm>
                <a:off x="7336781" y="6962522"/>
                <a:ext cx="1332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&gt; 90%</a:t>
                </a:r>
                <a:endParaRPr lang="en-US" altLang="ko-KR" sz="1200" dirty="0">
                  <a:latin typeface="Outfit" pitchFamily="2" charset="0"/>
                </a:endParaRPr>
              </a:p>
            </p:txBody>
          </p:sp>
        </p:grpSp>
        <p:sp>
          <p:nvSpPr>
            <p:cNvPr id="34" name="Shape 32"/>
            <p:cNvSpPr/>
            <p:nvPr/>
          </p:nvSpPr>
          <p:spPr>
            <a:xfrm>
              <a:off x="3401599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5603145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499599" y="7663099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6060466" y="7850754"/>
              <a:ext cx="2736000" cy="504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200" b="1" i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Reposition cannula to decrease recirculation</a:t>
              </a:r>
              <a:endParaRPr lang="en-US" altLang="ko-KR" sz="1200" b="1" i="1" dirty="0">
                <a:latin typeface="Outfit" pitchFamily="2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3077734" y="7850754"/>
              <a:ext cx="2736000" cy="504000"/>
            </a:xfrm>
            <a:prstGeom prst="rect">
              <a:avLst/>
            </a:prstGeom>
            <a:solidFill>
              <a:srgbClr val="BED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200" b="1" i="1" dirty="0">
                  <a:solidFill>
                    <a:srgbClr val="1A1A1A"/>
                  </a:solidFill>
                  <a:latin typeface="Outfit" pitchFamily="2" charset="0"/>
                  <a:ea typeface="Outfit" pitchFamily="34" charset="-122"/>
                  <a:cs typeface="Outfit" pitchFamily="34" charset="-120"/>
                </a:rPr>
                <a:t>Test increase of ECMO RPM (~20%)</a:t>
              </a:r>
              <a:endParaRPr lang="en-US" altLang="ko-KR" sz="1200" b="1" i="1" dirty="0">
                <a:latin typeface="Outfit" pitchFamily="2" charset="0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C70CD84-49B9-C539-1A13-E5448D5D783B}"/>
                </a:ext>
              </a:extLst>
            </p:cNvPr>
            <p:cNvGrpSpPr/>
            <p:nvPr/>
          </p:nvGrpSpPr>
          <p:grpSpPr>
            <a:xfrm>
              <a:off x="2698658" y="8358644"/>
              <a:ext cx="3569970" cy="324001"/>
              <a:chOff x="2698658" y="8358644"/>
              <a:chExt cx="3569970" cy="324001"/>
            </a:xfrm>
          </p:grpSpPr>
          <p:sp>
            <p:nvSpPr>
              <p:cNvPr id="43" name="Shape 41"/>
              <p:cNvSpPr/>
              <p:nvPr/>
            </p:nvSpPr>
            <p:spPr>
              <a:xfrm>
                <a:off x="4483643" y="8358644"/>
                <a:ext cx="0" cy="144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200">
                  <a:latin typeface="Outfit" pitchFamily="2" charset="0"/>
                </a:endParaRPr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2698658" y="8495663"/>
                <a:ext cx="3564000" cy="6981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200">
                  <a:latin typeface="Outfit" pitchFamily="2" charset="0"/>
                </a:endParaRPr>
              </a:p>
            </p:txBody>
          </p:sp>
          <p:sp>
            <p:nvSpPr>
              <p:cNvPr id="45" name="Shape 43"/>
              <p:cNvSpPr/>
              <p:nvPr/>
            </p:nvSpPr>
            <p:spPr>
              <a:xfrm>
                <a:off x="2698658" y="8502645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ko-KR" altLang="en-US" sz="1200">
                  <a:latin typeface="Outfit" pitchFamily="2" charset="0"/>
                </a:endParaRPr>
              </a:p>
            </p:txBody>
          </p:sp>
          <p:sp>
            <p:nvSpPr>
              <p:cNvPr id="46" name="Shape 44"/>
              <p:cNvSpPr/>
              <p:nvPr/>
            </p:nvSpPr>
            <p:spPr>
              <a:xfrm>
                <a:off x="4483643" y="8502645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ko-KR" altLang="en-US" sz="1200">
                  <a:latin typeface="Outfit" pitchFamily="2" charset="0"/>
                </a:endParaRPr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6268628" y="8502645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ko-KR" altLang="en-US" sz="1200">
                  <a:latin typeface="Outfit" pitchFamily="2" charset="0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EAAF6285-2C3A-9CE9-1C7D-7BD4028A35C2}"/>
                </a:ext>
              </a:extLst>
            </p:cNvPr>
            <p:cNvGrpSpPr/>
            <p:nvPr/>
          </p:nvGrpSpPr>
          <p:grpSpPr>
            <a:xfrm>
              <a:off x="1834658" y="8682645"/>
              <a:ext cx="5297970" cy="504000"/>
              <a:chOff x="1834658" y="8682645"/>
              <a:chExt cx="5297970" cy="504000"/>
            </a:xfrm>
          </p:grpSpPr>
          <p:sp>
            <p:nvSpPr>
              <p:cNvPr id="48" name="Shape 46"/>
              <p:cNvSpPr/>
              <p:nvPr/>
            </p:nvSpPr>
            <p:spPr>
              <a:xfrm>
                <a:off x="1834658" y="8682645"/>
                <a:ext cx="1728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Flow &amp; </a:t>
                </a:r>
                <a:r>
                  <a:rPr lang="en-US" altLang="ko-KR" sz="1200" b="1" dirty="0" err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SaO</a:t>
                </a:r>
                <a:r>
                  <a:rPr lang="en-US" altLang="ko-KR" sz="1200" b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₂ increase</a:t>
                </a:r>
                <a:endParaRPr lang="en-US" altLang="ko-KR" sz="1200" dirty="0">
                  <a:latin typeface="Outfit" pitchFamily="2" charset="0"/>
                </a:endParaRPr>
              </a:p>
            </p:txBody>
          </p:sp>
          <p:sp>
            <p:nvSpPr>
              <p:cNvPr id="50" name="Shape 48"/>
              <p:cNvSpPr/>
              <p:nvPr/>
            </p:nvSpPr>
            <p:spPr>
              <a:xfrm>
                <a:off x="3619643" y="8682645"/>
                <a:ext cx="1728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Flow unchanged</a:t>
                </a:r>
                <a:endParaRPr lang="en-US" altLang="ko-KR" sz="1200" dirty="0">
                  <a:latin typeface="Outfit" pitchFamily="2" charset="0"/>
                </a:endParaRPr>
              </a:p>
            </p:txBody>
          </p:sp>
          <p:sp>
            <p:nvSpPr>
              <p:cNvPr id="52" name="Shape 50"/>
              <p:cNvSpPr/>
              <p:nvPr/>
            </p:nvSpPr>
            <p:spPr>
              <a:xfrm>
                <a:off x="5404628" y="8682645"/>
                <a:ext cx="1728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altLang="ko-KR" sz="1200" b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Flow increases, </a:t>
                </a:r>
              </a:p>
              <a:p>
                <a:pPr algn="ctr"/>
                <a:r>
                  <a:rPr lang="en-US" altLang="ko-KR" sz="1200" b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but </a:t>
                </a:r>
                <a:r>
                  <a:rPr lang="en-US" altLang="ko-KR" sz="1200" b="1" dirty="0" err="1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SaO</a:t>
                </a:r>
                <a:r>
                  <a:rPr lang="en-US" altLang="ko-KR" sz="1200" b="1" dirty="0">
                    <a:solidFill>
                      <a:srgbClr val="1A1A1A"/>
                    </a:solidFill>
                    <a:latin typeface="Outfit" pitchFamily="2" charset="0"/>
                    <a:ea typeface="Outfit" pitchFamily="34" charset="-122"/>
                    <a:cs typeface="Outfit" pitchFamily="34" charset="-120"/>
                  </a:rPr>
                  <a:t>₂ unchanged</a:t>
                </a:r>
                <a:endParaRPr lang="en-US" altLang="ko-KR" sz="1200" dirty="0">
                  <a:latin typeface="Outfit" pitchFamily="2" charset="0"/>
                </a:endParaRPr>
              </a:p>
            </p:txBody>
          </p:sp>
        </p:grpSp>
        <p:sp>
          <p:nvSpPr>
            <p:cNvPr id="54" name="Shape 52"/>
            <p:cNvSpPr/>
            <p:nvPr/>
          </p:nvSpPr>
          <p:spPr>
            <a:xfrm>
              <a:off x="2698658" y="91847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55" name="Shape 53"/>
            <p:cNvSpPr/>
            <p:nvPr/>
          </p:nvSpPr>
          <p:spPr>
            <a:xfrm>
              <a:off x="4483643" y="91847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6268628" y="91847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68" name="Shape 32">
              <a:extLst>
                <a:ext uri="{FF2B5EF4-FFF2-40B4-BE49-F238E27FC236}">
                  <a16:creationId xmlns:a16="http://schemas.microsoft.com/office/drawing/2014/main" id="{0963E8CC-9B9D-3D0D-7B01-C6A83651EA48}"/>
                </a:ext>
              </a:extLst>
            </p:cNvPr>
            <p:cNvSpPr/>
            <p:nvPr/>
          </p:nvSpPr>
          <p:spPr>
            <a:xfrm>
              <a:off x="6271055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69" name="Shape 33">
              <a:extLst>
                <a:ext uri="{FF2B5EF4-FFF2-40B4-BE49-F238E27FC236}">
                  <a16:creationId xmlns:a16="http://schemas.microsoft.com/office/drawing/2014/main" id="{F5EBD215-9A80-5B07-96D5-0ADD87AB09DA}"/>
                </a:ext>
              </a:extLst>
            </p:cNvPr>
            <p:cNvSpPr/>
            <p:nvPr/>
          </p:nvSpPr>
          <p:spPr>
            <a:xfrm>
              <a:off x="8470555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sp>
          <p:nvSpPr>
            <p:cNvPr id="71" name="Shape 35">
              <a:extLst>
                <a:ext uri="{FF2B5EF4-FFF2-40B4-BE49-F238E27FC236}">
                  <a16:creationId xmlns:a16="http://schemas.microsoft.com/office/drawing/2014/main" id="{24AB7CDC-3994-8ABC-98FB-265FDDA9391A}"/>
                </a:ext>
              </a:extLst>
            </p:cNvPr>
            <p:cNvSpPr/>
            <p:nvPr/>
          </p:nvSpPr>
          <p:spPr>
            <a:xfrm>
              <a:off x="7369055" y="7663099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Outfit" pitchFamily="2" charset="0"/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1569D2F-F2EF-EE47-35A9-2DB2BB28B007}"/>
                </a:ext>
              </a:extLst>
            </p:cNvPr>
            <p:cNvCxnSpPr>
              <a:cxnSpLocks/>
            </p:cNvCxnSpPr>
            <p:nvPr/>
          </p:nvCxnSpPr>
          <p:spPr>
            <a:xfrm>
              <a:off x="6271055" y="7655443"/>
              <a:ext cx="219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BCDFA55E-B5C5-7299-DCB3-238CF9941EDA}"/>
                </a:ext>
              </a:extLst>
            </p:cNvPr>
            <p:cNvCxnSpPr>
              <a:cxnSpLocks/>
            </p:cNvCxnSpPr>
            <p:nvPr/>
          </p:nvCxnSpPr>
          <p:spPr>
            <a:xfrm>
              <a:off x="3401599" y="7655443"/>
              <a:ext cx="219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BA7B-7305-49AC-AF06-A38AF99EE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그룹 83">
            <a:extLst>
              <a:ext uri="{FF2B5EF4-FFF2-40B4-BE49-F238E27FC236}">
                <a16:creationId xmlns:a16="http://schemas.microsoft.com/office/drawing/2014/main" id="{1EA81145-5871-66C7-F40F-E737B63EB46B}"/>
              </a:ext>
            </a:extLst>
          </p:cNvPr>
          <p:cNvGrpSpPr/>
          <p:nvPr/>
        </p:nvGrpSpPr>
        <p:grpSpPr>
          <a:xfrm>
            <a:off x="1834658" y="2242886"/>
            <a:ext cx="7197420" cy="8038017"/>
            <a:chOff x="1834658" y="2242886"/>
            <a:chExt cx="7197420" cy="803801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16813BBB-C63A-A30A-40F1-8E3F1AFC120B}"/>
                </a:ext>
              </a:extLst>
            </p:cNvPr>
            <p:cNvGrpSpPr/>
            <p:nvPr/>
          </p:nvGrpSpPr>
          <p:grpSpPr>
            <a:xfrm>
              <a:off x="1834658" y="9380903"/>
              <a:ext cx="5297970" cy="900000"/>
              <a:chOff x="1834658" y="9380903"/>
              <a:chExt cx="5297970" cy="900000"/>
            </a:xfrm>
          </p:grpSpPr>
          <p:sp>
            <p:nvSpPr>
              <p:cNvPr id="57" name="Shape 55">
                <a:extLst>
                  <a:ext uri="{FF2B5EF4-FFF2-40B4-BE49-F238E27FC236}">
                    <a16:creationId xmlns:a16="http://schemas.microsoft.com/office/drawing/2014/main" id="{2CBBD91F-5B22-0F45-4531-66CC02C978EC}"/>
                  </a:ext>
                </a:extLst>
              </p:cNvPr>
              <p:cNvSpPr/>
              <p:nvPr/>
            </p:nvSpPr>
            <p:spPr>
              <a:xfrm>
                <a:off x="1834658" y="9380903"/>
                <a:ext cx="1728000" cy="504000"/>
              </a:xfrm>
              <a:prstGeom prst="rect">
                <a:avLst/>
              </a:prstGeom>
              <a:solidFill>
                <a:srgbClr val="8CBA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높은 </a:t>
                </a:r>
                <a:r>
                  <a:rPr lang="en-US" altLang="ko-KR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RPM </a:t>
                </a:r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유지</a:t>
                </a:r>
              </a:p>
            </p:txBody>
          </p:sp>
          <p:sp>
            <p:nvSpPr>
              <p:cNvPr id="59" name="Shape 57">
                <a:extLst>
                  <a:ext uri="{FF2B5EF4-FFF2-40B4-BE49-F238E27FC236}">
                    <a16:creationId xmlns:a16="http://schemas.microsoft.com/office/drawing/2014/main" id="{979C8145-7DE0-6B75-DE1A-963BC943D12A}"/>
                  </a:ext>
                </a:extLst>
              </p:cNvPr>
              <p:cNvSpPr/>
              <p:nvPr/>
            </p:nvSpPr>
            <p:spPr>
              <a:xfrm>
                <a:off x="3619643" y="9380903"/>
                <a:ext cx="1728000" cy="900000"/>
              </a:xfrm>
              <a:prstGeom prst="rect">
                <a:avLst/>
              </a:prstGeom>
              <a:solidFill>
                <a:srgbClr val="8CBA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더 큰 </a:t>
                </a:r>
                <a:r>
                  <a:rPr lang="ko-KR" altLang="en-US" sz="1200" b="1" i="1" dirty="0" err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캐뉼라로</a:t>
                </a:r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 교체 또는</a:t>
                </a:r>
              </a:p>
              <a:p>
                <a:pPr algn="ctr"/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추가 배액 </a:t>
                </a:r>
                <a:r>
                  <a:rPr lang="ko-KR" altLang="en-US" sz="1200" b="1" i="1" dirty="0" err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캐뉼라</a:t>
                </a:r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 삽입</a:t>
                </a:r>
                <a:endParaRPr lang="en-US" altLang="ko-KR" sz="1200" b="1" i="1" dirty="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61" name="Shape 59">
                <a:extLst>
                  <a:ext uri="{FF2B5EF4-FFF2-40B4-BE49-F238E27FC236}">
                    <a16:creationId xmlns:a16="http://schemas.microsoft.com/office/drawing/2014/main" id="{578C1F84-2216-FE7F-75B3-94E0CBFF607E}"/>
                  </a:ext>
                </a:extLst>
              </p:cNvPr>
              <p:cNvSpPr/>
              <p:nvPr/>
            </p:nvSpPr>
            <p:spPr>
              <a:xfrm>
                <a:off x="5404628" y="9380903"/>
                <a:ext cx="1728000" cy="504000"/>
              </a:xfrm>
              <a:prstGeom prst="rect">
                <a:avLst/>
              </a:prstGeom>
              <a:solidFill>
                <a:srgbClr val="8CBA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ko-KR" altLang="en-US" sz="1200" b="1" i="1" dirty="0" err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캐뉼라</a:t>
                </a:r>
                <a:r>
                  <a:rPr lang="ko-KR" altLang="en-US" sz="1200" b="1" i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 위치 조정</a:t>
                </a:r>
              </a:p>
            </p:txBody>
          </p:sp>
        </p:grpSp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4571AAD5-63A9-EF7B-5789-185915F40517}"/>
                </a:ext>
              </a:extLst>
            </p:cNvPr>
            <p:cNvSpPr/>
            <p:nvPr/>
          </p:nvSpPr>
          <p:spPr>
            <a:xfrm>
              <a:off x="4568078" y="2242886"/>
              <a:ext cx="2736000" cy="576000"/>
            </a:xfrm>
            <a:prstGeom prst="rect">
              <a:avLst/>
            </a:prstGeom>
            <a:solidFill>
              <a:srgbClr val="1428A0"/>
            </a:solidFill>
            <a:ln w="19050">
              <a:solidFill>
                <a:srgbClr val="1A1A1A"/>
              </a:solidFill>
              <a:prstDash val="solid"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VV ECMO </a:t>
              </a:r>
              <a:r>
                <a:rPr lang="ko-KR" altLang="en-US" sz="1400" b="1" dirty="0">
                  <a:solidFill>
                    <a:schemeClr val="bg1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중인 중증의 급성 호흡곤란 증후군</a:t>
              </a:r>
              <a:endParaRPr lang="en-US" altLang="ko-KR" sz="1400" dirty="0">
                <a:solidFill>
                  <a:schemeClr val="bg1"/>
                </a:solidFill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D16B9E15-E233-1352-E6C8-9E06C1B7B74F}"/>
                </a:ext>
              </a:extLst>
            </p:cNvPr>
            <p:cNvSpPr/>
            <p:nvPr/>
          </p:nvSpPr>
          <p:spPr>
            <a:xfrm>
              <a:off x="5936078" y="28280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F50FAB7-9968-C6AB-0855-FABB161436C5}"/>
                </a:ext>
              </a:extLst>
            </p:cNvPr>
            <p:cNvSpPr/>
            <p:nvPr/>
          </p:nvSpPr>
          <p:spPr>
            <a:xfrm>
              <a:off x="4568078" y="3013064"/>
              <a:ext cx="2736000" cy="576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목표 산소포화도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설정</a:t>
              </a:r>
            </a:p>
            <a:p>
              <a:pPr algn="ctr">
                <a:lnSpc>
                  <a:spcPct val="114000"/>
                </a:lnSpc>
              </a:pP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(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보호 환기 설정 하에서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)</a:t>
              </a: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79D209AD-4991-EF38-7D90-61EEC16CCDF0}"/>
                </a:ext>
              </a:extLst>
            </p:cNvPr>
            <p:cNvSpPr/>
            <p:nvPr/>
          </p:nvSpPr>
          <p:spPr>
            <a:xfrm>
              <a:off x="5936078" y="3594053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6FCA0455-59B1-E529-66AD-91EAB3FC147F}"/>
                </a:ext>
              </a:extLst>
            </p:cNvPr>
            <p:cNvGrpSpPr/>
            <p:nvPr/>
          </p:nvGrpSpPr>
          <p:grpSpPr>
            <a:xfrm>
              <a:off x="2840078" y="3779042"/>
              <a:ext cx="6192000" cy="684000"/>
              <a:chOff x="1471980" y="3407287"/>
              <a:chExt cx="6192000" cy="684000"/>
            </a:xfrm>
          </p:grpSpPr>
          <p:sp>
            <p:nvSpPr>
              <p:cNvPr id="9" name="Shape 7">
                <a:extLst>
                  <a:ext uri="{FF2B5EF4-FFF2-40B4-BE49-F238E27FC236}">
                    <a16:creationId xmlns:a16="http://schemas.microsoft.com/office/drawing/2014/main" id="{1D86CD9A-E9B2-D2BA-24AD-6E606CA09EA6}"/>
                  </a:ext>
                </a:extLst>
              </p:cNvPr>
              <p:cNvSpPr/>
              <p:nvPr/>
            </p:nvSpPr>
            <p:spPr>
              <a:xfrm>
                <a:off x="1471980" y="3407287"/>
                <a:ext cx="6192000" cy="6840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200" b="1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703D732-F35A-20CC-8BE6-49FB6534A85E}"/>
                  </a:ext>
                </a:extLst>
              </p:cNvPr>
              <p:cNvGrpSpPr/>
              <p:nvPr/>
            </p:nvGrpSpPr>
            <p:grpSpPr>
              <a:xfrm>
                <a:off x="1525980" y="3461287"/>
                <a:ext cx="6084000" cy="576000"/>
                <a:chOff x="1584000" y="3443571"/>
                <a:chExt cx="6084000" cy="576000"/>
              </a:xfrm>
            </p:grpSpPr>
            <p:sp>
              <p:nvSpPr>
                <p:cNvPr id="10" name="Shape 8">
                  <a:extLst>
                    <a:ext uri="{FF2B5EF4-FFF2-40B4-BE49-F238E27FC236}">
                      <a16:creationId xmlns:a16="http://schemas.microsoft.com/office/drawing/2014/main" id="{8F2D0154-5169-7A2F-C853-91098C5E43EF}"/>
                    </a:ext>
                  </a:extLst>
                </p:cNvPr>
                <p:cNvSpPr/>
                <p:nvPr/>
              </p:nvSpPr>
              <p:spPr>
                <a:xfrm>
                  <a:off x="1584000" y="3443571"/>
                  <a:ext cx="3024000" cy="57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1A1A1A"/>
                  </a:solidFill>
                  <a:prstDash val="sysDot"/>
                </a:ln>
              </p:spPr>
              <p:txBody>
                <a:bodyPr lIns="108000" tIns="72000" rIns="108000" bIns="72000" anchor="ctr" anchorCtr="0">
                  <a:noAutofit/>
                </a:bodyPr>
                <a:lstStyle/>
                <a:p>
                  <a:pPr algn="ctr"/>
                  <a:r>
                    <a:rPr lang="ko-KR" altLang="en-US" sz="1200" b="1" dirty="0">
                      <a:solidFill>
                        <a:srgbClr val="1A1A1A"/>
                      </a:solidFill>
                      <a:latin typeface="삼성명조 M" panose="00000600000000000000" pitchFamily="2" charset="-127"/>
                      <a:ea typeface="삼성명조 M" panose="00000600000000000000" pitchFamily="2" charset="-127"/>
                      <a:cs typeface="Outfit" pitchFamily="34" charset="-120"/>
                    </a:rPr>
                    <a:t>중등도</a:t>
                  </a:r>
                  <a:r>
                    <a:rPr lang="en-US" altLang="ko-KR" sz="1200" b="1" dirty="0">
                      <a:solidFill>
                        <a:srgbClr val="1A1A1A"/>
                      </a:solidFill>
                      <a:latin typeface="삼성명조 M" panose="00000600000000000000" pitchFamily="2" charset="-127"/>
                      <a:ea typeface="삼성명조 M" panose="00000600000000000000" pitchFamily="2" charset="-127"/>
                      <a:cs typeface="Outfit" pitchFamily="34" charset="-120"/>
                    </a:rPr>
                    <a:t>-</a:t>
                  </a:r>
                  <a:r>
                    <a:rPr lang="ko-KR" altLang="en-US" sz="1200" b="1" dirty="0">
                      <a:solidFill>
                        <a:srgbClr val="1A1A1A"/>
                      </a:solidFill>
                      <a:latin typeface="삼성명조 M" panose="00000600000000000000" pitchFamily="2" charset="-127"/>
                      <a:ea typeface="삼성명조 M" panose="00000600000000000000" pitchFamily="2" charset="-127"/>
                      <a:cs typeface="Outfit" pitchFamily="34" charset="-120"/>
                    </a:rPr>
                    <a:t>경증 진정</a:t>
                  </a:r>
                </a:p>
                <a:p>
                  <a:pPr algn="ctr"/>
                  <a:r>
                    <a:rPr lang="en-US" altLang="ko-KR" sz="1200" b="1" dirty="0">
                      <a:solidFill>
                        <a:srgbClr val="1A1A1A"/>
                      </a:solidFill>
                      <a:latin typeface="삼성명조 M" panose="00000600000000000000" pitchFamily="2" charset="-127"/>
                      <a:ea typeface="삼성명조 M" panose="00000600000000000000" pitchFamily="2" charset="-127"/>
                      <a:cs typeface="Outfit" pitchFamily="34" charset="-120"/>
                    </a:rPr>
                    <a:t>80 – 88%</a:t>
                  </a:r>
                </a:p>
              </p:txBody>
            </p:sp>
            <p:sp>
              <p:nvSpPr>
                <p:cNvPr id="12" name="Shape 10">
                  <a:extLst>
                    <a:ext uri="{FF2B5EF4-FFF2-40B4-BE49-F238E27FC236}">
                      <a16:creationId xmlns:a16="http://schemas.microsoft.com/office/drawing/2014/main" id="{DFE84EC7-2696-BB34-6533-B15D7DC29044}"/>
                    </a:ext>
                  </a:extLst>
                </p:cNvPr>
                <p:cNvSpPr/>
                <p:nvPr/>
              </p:nvSpPr>
              <p:spPr>
                <a:xfrm>
                  <a:off x="4644000" y="3443571"/>
                  <a:ext cx="3024000" cy="576000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1A1A1A"/>
                  </a:solidFill>
                  <a:prstDash val="sysDot"/>
                </a:ln>
              </p:spPr>
              <p:txBody>
                <a:bodyPr lIns="108000" tIns="72000" rIns="108000" bIns="72000" anchor="ctr" anchorCtr="0">
                  <a:noAutofit/>
                </a:bodyPr>
                <a:lstStyle/>
                <a:p>
                  <a:pPr algn="ctr"/>
                  <a:r>
                    <a:rPr lang="ko-KR" altLang="en-US" sz="1200" b="1" dirty="0">
                      <a:solidFill>
                        <a:srgbClr val="1A1A1A"/>
                      </a:solidFill>
                      <a:latin typeface="삼성명조 M" panose="00000600000000000000" pitchFamily="2" charset="-127"/>
                      <a:ea typeface="삼성명조 M" panose="00000600000000000000" pitchFamily="2" charset="-127"/>
                      <a:cs typeface="Outfit" pitchFamily="34" charset="-120"/>
                    </a:rPr>
                    <a:t>각성</a:t>
                  </a:r>
                </a:p>
                <a:p>
                  <a:pPr algn="ctr"/>
                  <a:r>
                    <a:rPr lang="en-US" altLang="ko-KR" sz="1200" b="1" dirty="0">
                      <a:solidFill>
                        <a:srgbClr val="1A1A1A"/>
                      </a:solidFill>
                      <a:latin typeface="삼성명조 M" panose="00000600000000000000" pitchFamily="2" charset="-127"/>
                      <a:ea typeface="삼성명조 M" panose="00000600000000000000" pitchFamily="2" charset="-127"/>
                      <a:cs typeface="Outfit" pitchFamily="34" charset="-120"/>
                    </a:rPr>
                    <a:t>&gt; 88%</a:t>
                  </a:r>
                </a:p>
              </p:txBody>
            </p:sp>
          </p:grpSp>
        </p:grp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7116B3F8-A813-8A7D-F26A-1471CC378938}"/>
                </a:ext>
              </a:extLst>
            </p:cNvPr>
            <p:cNvSpPr/>
            <p:nvPr/>
          </p:nvSpPr>
          <p:spPr>
            <a:xfrm>
              <a:off x="5936078" y="4468033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475BE532-6470-88A2-FB94-227C90F9D6E5}"/>
                </a:ext>
              </a:extLst>
            </p:cNvPr>
            <p:cNvSpPr/>
            <p:nvPr/>
          </p:nvSpPr>
          <p:spPr>
            <a:xfrm>
              <a:off x="4028078" y="4654236"/>
              <a:ext cx="3816000" cy="576000"/>
            </a:xfrm>
            <a:prstGeom prst="rect">
              <a:avLst/>
            </a:prstGeom>
            <a:solidFill>
              <a:srgbClr val="BED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108000" rIns="108000" bIns="108000" anchor="ctr" anchorCtr="0">
              <a:noAutofit/>
            </a:bodyPr>
            <a:lstStyle/>
            <a:p>
              <a:pPr algn="ctr"/>
              <a:r>
                <a:rPr lang="ko-KR" altLang="en-US" sz="1200" b="1" i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심박출량의</a:t>
              </a:r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≥ </a:t>
              </a:r>
              <a:r>
                <a:rPr lang="en-US" altLang="ko-KR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60%</a:t>
              </a:r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로 </a:t>
              </a:r>
              <a:r>
                <a:rPr lang="en-US" altLang="ko-KR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ECLS </a:t>
              </a:r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유량을 조절</a:t>
              </a:r>
              <a:r>
                <a:rPr lang="en-US" altLang="ko-KR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</a:t>
              </a:r>
            </a:p>
            <a:p>
              <a:pPr algn="ctr"/>
              <a:r>
                <a:rPr lang="en-US" altLang="ko-KR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(i.e. 60-80ml/kg/min)</a:t>
              </a:r>
              <a:endParaRPr lang="en-US" altLang="ko-KR" sz="1200" b="1" i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7F979429-AD64-FCEF-D3D9-2CB9A8BAFF45}"/>
                </a:ext>
              </a:extLst>
            </p:cNvPr>
            <p:cNvSpPr/>
            <p:nvPr/>
          </p:nvSpPr>
          <p:spPr>
            <a:xfrm>
              <a:off x="5936078" y="5236439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A0F79562-25A8-C2F3-2EFF-1190B079CAEE}"/>
                </a:ext>
              </a:extLst>
            </p:cNvPr>
            <p:cNvSpPr/>
            <p:nvPr/>
          </p:nvSpPr>
          <p:spPr>
            <a:xfrm>
              <a:off x="4568078" y="5422642"/>
              <a:ext cx="2736000" cy="504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목표 산소포화도</a:t>
              </a:r>
              <a:r>
                <a:rPr lang="en-US" altLang="ko-KR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</a:t>
              </a:r>
              <a:r>
                <a:rPr lang="ko-KR" altLang="en-US" sz="1200" b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달성 불가</a:t>
              </a:r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1A79FAD3-EE08-22B0-09D3-C04220F1C8B3}"/>
                </a:ext>
              </a:extLst>
            </p:cNvPr>
            <p:cNvSpPr/>
            <p:nvPr/>
          </p:nvSpPr>
          <p:spPr>
            <a:xfrm>
              <a:off x="5936078" y="593284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8B6034A5-DFBD-8000-E47E-D9F8D73D5A95}"/>
                </a:ext>
              </a:extLst>
            </p:cNvPr>
            <p:cNvSpPr/>
            <p:nvPr/>
          </p:nvSpPr>
          <p:spPr>
            <a:xfrm>
              <a:off x="4568078" y="6119052"/>
              <a:ext cx="2736000" cy="504000"/>
            </a:xfrm>
            <a:prstGeom prst="rect">
              <a:avLst/>
            </a:prstGeom>
            <a:solidFill>
              <a:srgbClr val="BED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72000" tIns="72000" rIns="72000" bIns="72000" anchor="ctr" anchorCtr="0">
              <a:noAutofit/>
            </a:bodyPr>
            <a:lstStyle/>
            <a:p>
              <a:pPr algn="ctr"/>
              <a:r>
                <a:rPr lang="ko-KR" altLang="en-US" sz="1200" b="1" i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산화기</a:t>
              </a:r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유입 전 정맥 산소 포화도 측정</a:t>
              </a:r>
              <a:endParaRPr lang="en-US" altLang="ko-KR" sz="1200" i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F5F1A830-1883-F4FB-EA2F-3281B519ACA1}"/>
                </a:ext>
              </a:extLst>
            </p:cNvPr>
            <p:cNvSpPr/>
            <p:nvPr/>
          </p:nvSpPr>
          <p:spPr>
            <a:xfrm>
              <a:off x="5936077" y="6626942"/>
              <a:ext cx="0" cy="144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22616216-8605-D3EC-8F63-F8C8539A9F42}"/>
                </a:ext>
              </a:extLst>
            </p:cNvPr>
            <p:cNvSpPr/>
            <p:nvPr/>
          </p:nvSpPr>
          <p:spPr>
            <a:xfrm flipV="1">
              <a:off x="3401599" y="6766344"/>
              <a:ext cx="5068956" cy="4598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9D6CFAEF-B6E3-3272-4EDD-DBEE5089609C}"/>
                </a:ext>
              </a:extLst>
            </p:cNvPr>
            <p:cNvSpPr/>
            <p:nvPr/>
          </p:nvSpPr>
          <p:spPr>
            <a:xfrm>
              <a:off x="3401599" y="6770942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A66A79FE-F7D8-4DFC-2FC5-3FA89BD3CE3D}"/>
                </a:ext>
              </a:extLst>
            </p:cNvPr>
            <p:cNvSpPr/>
            <p:nvPr/>
          </p:nvSpPr>
          <p:spPr>
            <a:xfrm>
              <a:off x="5937100" y="6770942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E61E837C-97AC-E622-E57B-D30C16BBC0EE}"/>
                </a:ext>
              </a:extLst>
            </p:cNvPr>
            <p:cNvSpPr/>
            <p:nvPr/>
          </p:nvSpPr>
          <p:spPr>
            <a:xfrm>
              <a:off x="8470555" y="6770942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92D39D3C-AE5A-9BDE-B1C7-926211D19BFC}"/>
                </a:ext>
              </a:extLst>
            </p:cNvPr>
            <p:cNvGrpSpPr/>
            <p:nvPr/>
          </p:nvGrpSpPr>
          <p:grpSpPr>
            <a:xfrm>
              <a:off x="3221375" y="6962522"/>
              <a:ext cx="5429406" cy="504000"/>
              <a:chOff x="3239375" y="6962522"/>
              <a:chExt cx="5429406" cy="504000"/>
            </a:xfrm>
          </p:grpSpPr>
          <p:sp>
            <p:nvSpPr>
              <p:cNvPr id="28" name="Shape 26">
                <a:extLst>
                  <a:ext uri="{FF2B5EF4-FFF2-40B4-BE49-F238E27FC236}">
                    <a16:creationId xmlns:a16="http://schemas.microsoft.com/office/drawing/2014/main" id="{BFC8261E-B49F-5E8C-AAD8-F3A1B2E64575}"/>
                  </a:ext>
                </a:extLst>
              </p:cNvPr>
              <p:cNvSpPr/>
              <p:nvPr/>
            </p:nvSpPr>
            <p:spPr>
              <a:xfrm>
                <a:off x="3239375" y="6962522"/>
                <a:ext cx="1332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&lt; 80%</a:t>
                </a:r>
                <a:endParaRPr lang="en-US" altLang="ko-KR" sz="1200" dirty="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30" name="Shape 28">
                <a:extLst>
                  <a:ext uri="{FF2B5EF4-FFF2-40B4-BE49-F238E27FC236}">
                    <a16:creationId xmlns:a16="http://schemas.microsoft.com/office/drawing/2014/main" id="{8BD2A06E-E4D8-CA80-9428-F51B5FB03063}"/>
                  </a:ext>
                </a:extLst>
              </p:cNvPr>
              <p:cNvSpPr/>
              <p:nvPr/>
            </p:nvSpPr>
            <p:spPr>
              <a:xfrm>
                <a:off x="5288078" y="6962522"/>
                <a:ext cx="1332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80 – 90%</a:t>
                </a:r>
                <a:endParaRPr lang="en-US" altLang="ko-KR" sz="1200" dirty="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32" name="Shape 30">
                <a:extLst>
                  <a:ext uri="{FF2B5EF4-FFF2-40B4-BE49-F238E27FC236}">
                    <a16:creationId xmlns:a16="http://schemas.microsoft.com/office/drawing/2014/main" id="{C8405E64-7FD3-6B0C-FB67-267DAF50314C}"/>
                  </a:ext>
                </a:extLst>
              </p:cNvPr>
              <p:cNvSpPr/>
              <p:nvPr/>
            </p:nvSpPr>
            <p:spPr>
              <a:xfrm>
                <a:off x="7336781" y="6962522"/>
                <a:ext cx="1332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en-US" altLang="ko-KR" sz="1200" b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&gt; 90%</a:t>
                </a:r>
                <a:endParaRPr lang="en-US" altLang="ko-KR" sz="1200" dirty="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</p:grp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A1A708EF-19E8-7668-4784-DD6FB0DE7B8E}"/>
                </a:ext>
              </a:extLst>
            </p:cNvPr>
            <p:cNvSpPr/>
            <p:nvPr/>
          </p:nvSpPr>
          <p:spPr>
            <a:xfrm>
              <a:off x="3401599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03C803F9-8E00-8991-76F6-2E5187343821}"/>
                </a:ext>
              </a:extLst>
            </p:cNvPr>
            <p:cNvSpPr/>
            <p:nvPr/>
          </p:nvSpPr>
          <p:spPr>
            <a:xfrm>
              <a:off x="5603145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DBEEDE6C-7DF0-FDF3-1F37-020FD01DCAC2}"/>
                </a:ext>
              </a:extLst>
            </p:cNvPr>
            <p:cNvSpPr/>
            <p:nvPr/>
          </p:nvSpPr>
          <p:spPr>
            <a:xfrm>
              <a:off x="4499599" y="7663099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ED0A3AE1-339D-8C8A-BCB2-0748989752B3}"/>
                </a:ext>
              </a:extLst>
            </p:cNvPr>
            <p:cNvSpPr/>
            <p:nvPr/>
          </p:nvSpPr>
          <p:spPr>
            <a:xfrm>
              <a:off x="6060466" y="7850754"/>
              <a:ext cx="2736000" cy="504000"/>
            </a:xfrm>
            <a:prstGeom prst="rect">
              <a:avLst/>
            </a:prstGeom>
            <a:solidFill>
              <a:srgbClr val="8CB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36000" tIns="72000" rIns="36000" bIns="72000" anchor="ctr" anchorCtr="0">
              <a:noAutofit/>
            </a:bodyPr>
            <a:lstStyle/>
            <a:p>
              <a:pPr algn="ctr"/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재순환 감소를 위해 </a:t>
              </a:r>
              <a:r>
                <a:rPr lang="ko-KR" altLang="en-US" sz="1200" b="1" i="1" dirty="0" err="1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캐뉼라</a:t>
              </a:r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 위치 조정</a:t>
              </a:r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81DED1A7-29EE-3A7C-E474-B785396BC7FE}"/>
                </a:ext>
              </a:extLst>
            </p:cNvPr>
            <p:cNvSpPr/>
            <p:nvPr/>
          </p:nvSpPr>
          <p:spPr>
            <a:xfrm>
              <a:off x="3077734" y="7850754"/>
              <a:ext cx="2736000" cy="504000"/>
            </a:xfrm>
            <a:prstGeom prst="rect">
              <a:avLst/>
            </a:prstGeom>
            <a:solidFill>
              <a:srgbClr val="BEDAFF"/>
            </a:solidFill>
            <a:ln w="19050">
              <a:solidFill>
                <a:srgbClr val="1A1A1A"/>
              </a:solidFill>
              <a:prstDash val="solid"/>
            </a:ln>
          </p:spPr>
          <p:txBody>
            <a:bodyPr lIns="108000" tIns="72000" rIns="108000" bIns="72000" anchor="ctr" anchorCtr="0">
              <a:noAutofit/>
            </a:bodyPr>
            <a:lstStyle/>
            <a:p>
              <a:pPr algn="ctr"/>
              <a:r>
                <a:rPr lang="en-US" altLang="ko-KR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ECLS RPM </a:t>
              </a:r>
              <a:r>
                <a:rPr lang="ko-KR" altLang="en-US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증량 시도 </a:t>
              </a:r>
              <a:r>
                <a:rPr lang="en-US" altLang="ko-KR" sz="1200" b="1" i="1" dirty="0">
                  <a:solidFill>
                    <a:srgbClr val="1A1A1A"/>
                  </a:solidFill>
                  <a:latin typeface="삼성명조 M" panose="00000600000000000000" pitchFamily="2" charset="-127"/>
                  <a:ea typeface="삼성명조 M" panose="00000600000000000000" pitchFamily="2" charset="-127"/>
                  <a:cs typeface="Outfit" pitchFamily="34" charset="-120"/>
                </a:rPr>
                <a:t>(~20%)</a:t>
              </a:r>
              <a:endParaRPr lang="en-US" altLang="ko-KR" sz="1200" b="1" i="1" dirty="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3247FA-3002-6E39-64C5-0C7F75CF47E0}"/>
                </a:ext>
              </a:extLst>
            </p:cNvPr>
            <p:cNvGrpSpPr/>
            <p:nvPr/>
          </p:nvGrpSpPr>
          <p:grpSpPr>
            <a:xfrm>
              <a:off x="2698658" y="8358644"/>
              <a:ext cx="3569970" cy="324001"/>
              <a:chOff x="2698658" y="8358644"/>
              <a:chExt cx="3569970" cy="324001"/>
            </a:xfrm>
          </p:grpSpPr>
          <p:sp>
            <p:nvSpPr>
              <p:cNvPr id="43" name="Shape 41">
                <a:extLst>
                  <a:ext uri="{FF2B5EF4-FFF2-40B4-BE49-F238E27FC236}">
                    <a16:creationId xmlns:a16="http://schemas.microsoft.com/office/drawing/2014/main" id="{FCE15862-65F3-9D8B-1D5C-2C54A81F9827}"/>
                  </a:ext>
                </a:extLst>
              </p:cNvPr>
              <p:cNvSpPr/>
              <p:nvPr/>
            </p:nvSpPr>
            <p:spPr>
              <a:xfrm>
                <a:off x="4483643" y="8358644"/>
                <a:ext cx="0" cy="144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20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44" name="Shape 42">
                <a:extLst>
                  <a:ext uri="{FF2B5EF4-FFF2-40B4-BE49-F238E27FC236}">
                    <a16:creationId xmlns:a16="http://schemas.microsoft.com/office/drawing/2014/main" id="{9447CADF-BE22-5B65-0C8C-8123580DCDAE}"/>
                  </a:ext>
                </a:extLst>
              </p:cNvPr>
              <p:cNvSpPr/>
              <p:nvPr/>
            </p:nvSpPr>
            <p:spPr>
              <a:xfrm>
                <a:off x="2698658" y="8495663"/>
                <a:ext cx="3564000" cy="6981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20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45" name="Shape 43">
                <a:extLst>
                  <a:ext uri="{FF2B5EF4-FFF2-40B4-BE49-F238E27FC236}">
                    <a16:creationId xmlns:a16="http://schemas.microsoft.com/office/drawing/2014/main" id="{38A248E5-B49E-828A-3FE8-5F7C913D9ABF}"/>
                  </a:ext>
                </a:extLst>
              </p:cNvPr>
              <p:cNvSpPr/>
              <p:nvPr/>
            </p:nvSpPr>
            <p:spPr>
              <a:xfrm>
                <a:off x="2698658" y="8502645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ko-KR" altLang="en-US" sz="120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46" name="Shape 44">
                <a:extLst>
                  <a:ext uri="{FF2B5EF4-FFF2-40B4-BE49-F238E27FC236}">
                    <a16:creationId xmlns:a16="http://schemas.microsoft.com/office/drawing/2014/main" id="{182C8A8D-51A7-35B1-885F-0F29B111F975}"/>
                  </a:ext>
                </a:extLst>
              </p:cNvPr>
              <p:cNvSpPr/>
              <p:nvPr/>
            </p:nvSpPr>
            <p:spPr>
              <a:xfrm>
                <a:off x="4483643" y="8502645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ko-KR" altLang="en-US" sz="120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47" name="Shape 45">
                <a:extLst>
                  <a:ext uri="{FF2B5EF4-FFF2-40B4-BE49-F238E27FC236}">
                    <a16:creationId xmlns:a16="http://schemas.microsoft.com/office/drawing/2014/main" id="{D0C7AFCB-087E-3BC9-27E6-D5EB2DE04061}"/>
                  </a:ext>
                </a:extLst>
              </p:cNvPr>
              <p:cNvSpPr/>
              <p:nvPr/>
            </p:nvSpPr>
            <p:spPr>
              <a:xfrm>
                <a:off x="6268628" y="8502645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1A1A1A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ko-KR" altLang="en-US" sz="120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D67DAC6F-4AB3-6DB6-B0DE-6931644F9F8F}"/>
                </a:ext>
              </a:extLst>
            </p:cNvPr>
            <p:cNvGrpSpPr/>
            <p:nvPr/>
          </p:nvGrpSpPr>
          <p:grpSpPr>
            <a:xfrm>
              <a:off x="1834658" y="8682645"/>
              <a:ext cx="5297970" cy="504000"/>
              <a:chOff x="1834658" y="8682645"/>
              <a:chExt cx="5297970" cy="504000"/>
            </a:xfrm>
          </p:grpSpPr>
          <p:sp>
            <p:nvSpPr>
              <p:cNvPr id="48" name="Shape 46">
                <a:extLst>
                  <a:ext uri="{FF2B5EF4-FFF2-40B4-BE49-F238E27FC236}">
                    <a16:creationId xmlns:a16="http://schemas.microsoft.com/office/drawing/2014/main" id="{29BBBEBC-EFF4-32DE-1172-15F6ECCC9D6F}"/>
                  </a:ext>
                </a:extLst>
              </p:cNvPr>
              <p:cNvSpPr/>
              <p:nvPr/>
            </p:nvSpPr>
            <p:spPr>
              <a:xfrm>
                <a:off x="1834658" y="8682645"/>
                <a:ext cx="1728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36000" tIns="72000" rIns="36000" bIns="72000" anchor="ctr" anchorCtr="0">
                <a:no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유량 및 산소포화도</a:t>
                </a:r>
                <a:r>
                  <a:rPr lang="en-US" altLang="ko-KR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 </a:t>
                </a:r>
                <a:r>
                  <a:rPr lang="ko-KR" altLang="en-US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증가</a:t>
                </a:r>
                <a:endParaRPr lang="en-US" altLang="ko-KR" sz="1200" dirty="0">
                  <a:latin typeface="삼성명조 M" panose="00000600000000000000" pitchFamily="2" charset="-127"/>
                  <a:ea typeface="삼성명조 M" panose="00000600000000000000" pitchFamily="2" charset="-127"/>
                </a:endParaRPr>
              </a:p>
            </p:txBody>
          </p:sp>
          <p:sp>
            <p:nvSpPr>
              <p:cNvPr id="50" name="Shape 48">
                <a:extLst>
                  <a:ext uri="{FF2B5EF4-FFF2-40B4-BE49-F238E27FC236}">
                    <a16:creationId xmlns:a16="http://schemas.microsoft.com/office/drawing/2014/main" id="{B6AFC508-7659-AB45-C6DB-D29F76E3AF76}"/>
                  </a:ext>
                </a:extLst>
              </p:cNvPr>
              <p:cNvSpPr/>
              <p:nvPr/>
            </p:nvSpPr>
            <p:spPr>
              <a:xfrm>
                <a:off x="3619643" y="8682645"/>
                <a:ext cx="1728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108000" tIns="72000" rIns="108000" bIns="72000" anchor="ctr" anchorCtr="0">
                <a:noAutofit/>
              </a:bodyPr>
              <a:lstStyle/>
              <a:p>
                <a:pPr algn="ctr"/>
                <a:r>
                  <a:rPr lang="ko-KR" altLang="en-US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유량 변화 없음</a:t>
                </a:r>
              </a:p>
            </p:txBody>
          </p:sp>
          <p:sp>
            <p:nvSpPr>
              <p:cNvPr id="52" name="Shape 50">
                <a:extLst>
                  <a:ext uri="{FF2B5EF4-FFF2-40B4-BE49-F238E27FC236}">
                    <a16:creationId xmlns:a16="http://schemas.microsoft.com/office/drawing/2014/main" id="{BB0C602C-2205-5C56-0593-0375DB8F5001}"/>
                  </a:ext>
                </a:extLst>
              </p:cNvPr>
              <p:cNvSpPr/>
              <p:nvPr/>
            </p:nvSpPr>
            <p:spPr>
              <a:xfrm>
                <a:off x="5404628" y="8682645"/>
                <a:ext cx="1728000" cy="504000"/>
              </a:xfrm>
              <a:prstGeom prst="rect">
                <a:avLst/>
              </a:prstGeom>
              <a:solidFill>
                <a:srgbClr val="BEDAFF">
                  <a:alpha val="20000"/>
                </a:srgbClr>
              </a:solidFill>
              <a:ln w="19050">
                <a:solidFill>
                  <a:srgbClr val="1A1A1A"/>
                </a:solidFill>
                <a:prstDash val="solid"/>
              </a:ln>
            </p:spPr>
            <p:txBody>
              <a:bodyPr lIns="36000" rIns="36000" anchor="ctr" anchorCtr="0"/>
              <a:lstStyle/>
              <a:p>
                <a:pPr algn="ctr"/>
                <a:r>
                  <a:rPr lang="ko-KR" altLang="en-US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유량은 증가하나</a:t>
                </a:r>
              </a:p>
              <a:p>
                <a:pPr algn="ctr"/>
                <a:r>
                  <a:rPr lang="ko-KR" altLang="en-US" sz="1200" b="1" dirty="0" err="1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산소포화도는</a:t>
                </a:r>
                <a:r>
                  <a:rPr lang="en-US" altLang="ko-KR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 </a:t>
                </a:r>
                <a:r>
                  <a:rPr lang="ko-KR" altLang="en-US" sz="1200" b="1" dirty="0">
                    <a:solidFill>
                      <a:srgbClr val="1A1A1A"/>
                    </a:solidFill>
                    <a:latin typeface="삼성명조 M" panose="00000600000000000000" pitchFamily="2" charset="-127"/>
                    <a:ea typeface="삼성명조 M" panose="00000600000000000000" pitchFamily="2" charset="-127"/>
                    <a:cs typeface="Outfit" pitchFamily="34" charset="-120"/>
                  </a:rPr>
                  <a:t>변화 없음</a:t>
                </a:r>
              </a:p>
            </p:txBody>
          </p:sp>
        </p:grp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44B5E067-7674-4855-5B90-EBE3BB511B77}"/>
                </a:ext>
              </a:extLst>
            </p:cNvPr>
            <p:cNvSpPr/>
            <p:nvPr/>
          </p:nvSpPr>
          <p:spPr>
            <a:xfrm>
              <a:off x="2698658" y="91847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BE996B2C-7659-3D6A-1A02-B990057AB6AE}"/>
                </a:ext>
              </a:extLst>
            </p:cNvPr>
            <p:cNvSpPr/>
            <p:nvPr/>
          </p:nvSpPr>
          <p:spPr>
            <a:xfrm>
              <a:off x="4483643" y="91847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56" name="Shape 54">
              <a:extLst>
                <a:ext uri="{FF2B5EF4-FFF2-40B4-BE49-F238E27FC236}">
                  <a16:creationId xmlns:a16="http://schemas.microsoft.com/office/drawing/2014/main" id="{BC5793E0-368D-C28E-7008-48FCAC58EC3E}"/>
                </a:ext>
              </a:extLst>
            </p:cNvPr>
            <p:cNvSpPr/>
            <p:nvPr/>
          </p:nvSpPr>
          <p:spPr>
            <a:xfrm>
              <a:off x="6268628" y="9184775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68" name="Shape 32">
              <a:extLst>
                <a:ext uri="{FF2B5EF4-FFF2-40B4-BE49-F238E27FC236}">
                  <a16:creationId xmlns:a16="http://schemas.microsoft.com/office/drawing/2014/main" id="{B97D28C3-FA94-E395-5ACA-F2648AF1134A}"/>
                </a:ext>
              </a:extLst>
            </p:cNvPr>
            <p:cNvSpPr/>
            <p:nvPr/>
          </p:nvSpPr>
          <p:spPr>
            <a:xfrm>
              <a:off x="6271055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69" name="Shape 33">
              <a:extLst>
                <a:ext uri="{FF2B5EF4-FFF2-40B4-BE49-F238E27FC236}">
                  <a16:creationId xmlns:a16="http://schemas.microsoft.com/office/drawing/2014/main" id="{4FB75B58-EF25-CDDF-8782-F627C3B80977}"/>
                </a:ext>
              </a:extLst>
            </p:cNvPr>
            <p:cNvSpPr/>
            <p:nvPr/>
          </p:nvSpPr>
          <p:spPr>
            <a:xfrm>
              <a:off x="8470555" y="7478100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sp>
          <p:nvSpPr>
            <p:cNvPr id="71" name="Shape 35">
              <a:extLst>
                <a:ext uri="{FF2B5EF4-FFF2-40B4-BE49-F238E27FC236}">
                  <a16:creationId xmlns:a16="http://schemas.microsoft.com/office/drawing/2014/main" id="{8C4857D1-E906-C82A-4152-B7AAFED3840A}"/>
                </a:ext>
              </a:extLst>
            </p:cNvPr>
            <p:cNvSpPr/>
            <p:nvPr/>
          </p:nvSpPr>
          <p:spPr>
            <a:xfrm>
              <a:off x="7369055" y="7663099"/>
              <a:ext cx="0" cy="180000"/>
            </a:xfrm>
            <a:prstGeom prst="line">
              <a:avLst/>
            </a:prstGeom>
            <a:noFill/>
            <a:ln w="19050">
              <a:solidFill>
                <a:srgbClr val="1A1A1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1200">
                <a:latin typeface="삼성명조 M" panose="00000600000000000000" pitchFamily="2" charset="-127"/>
                <a:ea typeface="삼성명조 M" panose="00000600000000000000" pitchFamily="2" charset="-127"/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61DB117-A3BE-4ABF-7ACD-7E912458FE4D}"/>
                </a:ext>
              </a:extLst>
            </p:cNvPr>
            <p:cNvCxnSpPr>
              <a:cxnSpLocks/>
            </p:cNvCxnSpPr>
            <p:nvPr/>
          </p:nvCxnSpPr>
          <p:spPr>
            <a:xfrm>
              <a:off x="6271055" y="7655443"/>
              <a:ext cx="219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990069CB-E55A-6287-763E-7604FD44FC7C}"/>
                </a:ext>
              </a:extLst>
            </p:cNvPr>
            <p:cNvCxnSpPr>
              <a:cxnSpLocks/>
            </p:cNvCxnSpPr>
            <p:nvPr/>
          </p:nvCxnSpPr>
          <p:spPr>
            <a:xfrm>
              <a:off x="3401599" y="7655443"/>
              <a:ext cx="219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17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569</TotalTime>
  <Words>218</Words>
  <Application>Microsoft Office PowerPoint</Application>
  <PresentationFormat>사용자 지정</PresentationFormat>
  <Paragraphs>50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삼성명조 M</vt:lpstr>
      <vt:lpstr>Arial</vt:lpstr>
      <vt:lpstr>Calibri</vt:lpstr>
      <vt:lpstr>Calibri Light</vt:lpstr>
      <vt:lpstr>Outfit</vt:lpstr>
      <vt:lpstr>Office 2013 - 2022 테마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Soo Jin Na</cp:lastModifiedBy>
  <cp:revision>1</cp:revision>
  <dcterms:created xsi:type="dcterms:W3CDTF">2026-04-18T22:36:24Z</dcterms:created>
  <dcterms:modified xsi:type="dcterms:W3CDTF">2026-04-19T11:48:53Z</dcterms:modified>
</cp:coreProperties>
</file>