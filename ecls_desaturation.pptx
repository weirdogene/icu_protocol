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DAFF"/>
    <a:srgbClr val="F2F8FF"/>
    <a:srgbClr val="8CB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0DE64-628E-475A-B7E0-8A97D03FA6EA}" v="89" dt="2026-04-19T11:46:02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242" autoAdjust="0"/>
  </p:normalViewPr>
  <p:slideViewPr>
    <p:cSldViewPr snapToGrid="0" snapToObjects="1">
      <p:cViewPr varScale="1">
        <p:scale>
          <a:sx n="99" d="100"/>
          <a:sy n="99" d="100"/>
        </p:scale>
        <p:origin x="114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o Jin Na" userId="1cfde9e267cde1a7" providerId="LiveId" clId="{5CFFE2C1-6D58-4B1F-9DA1-15AE864EF5EA}"/>
    <pc:docChg chg="undo redo custSel addSld delSld modSld">
      <pc:chgData name="Soo Jin Na" userId="1cfde9e267cde1a7" providerId="LiveId" clId="{5CFFE2C1-6D58-4B1F-9DA1-15AE864EF5EA}" dt="2026-04-19T11:46:02.422" v="1601"/>
      <pc:docMkLst>
        <pc:docMk/>
      </pc:docMkLst>
      <pc:sldChg chg="addSp delSp modSp mod">
        <pc:chgData name="Soo Jin Na" userId="1cfde9e267cde1a7" providerId="LiveId" clId="{5CFFE2C1-6D58-4B1F-9DA1-15AE864EF5EA}" dt="2026-04-19T11:46:02.422" v="1601"/>
        <pc:sldMkLst>
          <pc:docMk/>
          <pc:sldMk cId="0" sldId="256"/>
        </pc:sldMkLst>
        <pc:spChg chg="del mod">
          <ac:chgData name="Soo Jin Na" userId="1cfde9e267cde1a7" providerId="LiveId" clId="{5CFFE2C1-6D58-4B1F-9DA1-15AE864EF5EA}" dt="2026-04-19T08:23:16.959" v="1151" actId="47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4:48:42.986" v="52" actId="478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8:05:42.037" v="707" actId="478"/>
          <ac:spMkLst>
            <pc:docMk/>
            <pc:sldMk cId="0" sldId="256"/>
            <ac:spMk id="4" creationId="{00000000-0000-0000-0000-000000000000}"/>
          </ac:spMkLst>
        </pc:spChg>
        <pc:spChg chg="add del mod topLvl">
          <ac:chgData name="Soo Jin Na" userId="1cfde9e267cde1a7" providerId="LiveId" clId="{5CFFE2C1-6D58-4B1F-9DA1-15AE864EF5EA}" dt="2026-04-19T08:25:59.069" v="1220" actId="207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4:48:42.986" v="52" actId="478"/>
          <ac:spMkLst>
            <pc:docMk/>
            <pc:sldMk cId="0" sldId="256"/>
            <ac:spMk id="6" creationId="{00000000-0000-0000-0000-000000000000}"/>
          </ac:spMkLst>
        </pc:spChg>
        <pc:spChg chg="add del mod topLvl">
          <ac:chgData name="Soo Jin Na" userId="1cfde9e267cde1a7" providerId="LiveId" clId="{5CFFE2C1-6D58-4B1F-9DA1-15AE864EF5EA}" dt="2026-04-19T08:20:55.662" v="1082" actId="12788"/>
          <ac:spMkLst>
            <pc:docMk/>
            <pc:sldMk cId="0" sldId="256"/>
            <ac:spMk id="7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8:17:27.536" v="1020" actId="165"/>
          <ac:spMkLst>
            <pc:docMk/>
            <pc:sldMk cId="0" sldId="256"/>
            <ac:spMk id="8" creationId="{00000000-0000-0000-0000-000000000000}"/>
          </ac:spMkLst>
        </pc:spChg>
        <pc:spChg chg="add del mod topLvl">
          <ac:chgData name="Soo Jin Na" userId="1cfde9e267cde1a7" providerId="LiveId" clId="{5CFFE2C1-6D58-4B1F-9DA1-15AE864EF5EA}" dt="2026-04-19T08:24:31.548" v="1189" actId="207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4:47:59.666" v="31" actId="478"/>
          <ac:spMkLst>
            <pc:docMk/>
            <pc:sldMk cId="0" sldId="256"/>
            <ac:spMk id="10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4:51:42.701" v="448" actId="478"/>
          <ac:spMkLst>
            <pc:docMk/>
            <pc:sldMk cId="0" sldId="256"/>
            <ac:spMk id="11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8:17:13.734" v="1015" actId="478"/>
          <ac:spMkLst>
            <pc:docMk/>
            <pc:sldMk cId="0" sldId="256"/>
            <ac:spMk id="12" creationId="{00000000-0000-0000-0000-000000000000}"/>
          </ac:spMkLst>
        </pc:spChg>
        <pc:spChg chg="mod">
          <ac:chgData name="Soo Jin Na" userId="1cfde9e267cde1a7" providerId="LiveId" clId="{5CFFE2C1-6D58-4B1F-9DA1-15AE864EF5EA}" dt="2026-04-19T08:27:17.625" v="1238" actId="12789"/>
          <ac:spMkLst>
            <pc:docMk/>
            <pc:sldMk cId="0" sldId="256"/>
            <ac:spMk id="13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11:45:50.938" v="1598" actId="20577"/>
          <ac:spMkLst>
            <pc:docMk/>
            <pc:sldMk cId="0" sldId="256"/>
            <ac:spMk id="14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4:48:42.986" v="52" actId="478"/>
          <ac:spMkLst>
            <pc:docMk/>
            <pc:sldMk cId="0" sldId="256"/>
            <ac:spMk id="15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8:03:38" v="660" actId="478"/>
          <ac:spMkLst>
            <pc:docMk/>
            <pc:sldMk cId="0" sldId="256"/>
            <ac:spMk id="16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8:03:38" v="660" actId="478"/>
          <ac:spMkLst>
            <pc:docMk/>
            <pc:sldMk cId="0" sldId="256"/>
            <ac:spMk id="17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11:45:57.435" v="1599"/>
          <ac:spMkLst>
            <pc:docMk/>
            <pc:sldMk cId="0" sldId="256"/>
            <ac:spMk id="18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4:47:59.666" v="31" actId="478"/>
          <ac:spMkLst>
            <pc:docMk/>
            <pc:sldMk cId="0" sldId="256"/>
            <ac:spMk id="19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4:51:25.465" v="399" actId="478"/>
          <ac:spMkLst>
            <pc:docMk/>
            <pc:sldMk cId="0" sldId="256"/>
            <ac:spMk id="20" creationId="{00000000-0000-0000-0000-000000000000}"/>
          </ac:spMkLst>
        </pc:spChg>
        <pc:spChg chg="mod">
          <ac:chgData name="Soo Jin Na" userId="1cfde9e267cde1a7" providerId="LiveId" clId="{5CFFE2C1-6D58-4B1F-9DA1-15AE864EF5EA}" dt="2026-04-19T08:28:20.101" v="1254" actId="1038"/>
          <ac:spMkLst>
            <pc:docMk/>
            <pc:sldMk cId="0" sldId="256"/>
            <ac:spMk id="21" creationId="{00000000-0000-0000-0000-000000000000}"/>
          </ac:spMkLst>
        </pc:spChg>
        <pc:spChg chg="mod">
          <ac:chgData name="Soo Jin Na" userId="1cfde9e267cde1a7" providerId="LiveId" clId="{5CFFE2C1-6D58-4B1F-9DA1-15AE864EF5EA}" dt="2026-04-19T08:27:23.090" v="1239" actId="12789"/>
          <ac:spMkLst>
            <pc:docMk/>
            <pc:sldMk cId="0" sldId="256"/>
            <ac:spMk id="22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8:31:12.292" v="1256" actId="113"/>
          <ac:spMkLst>
            <pc:docMk/>
            <pc:sldMk cId="0" sldId="256"/>
            <ac:spMk id="23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4:48:42.986" v="52" actId="478"/>
          <ac:spMkLst>
            <pc:docMk/>
            <pc:sldMk cId="0" sldId="256"/>
            <ac:spMk id="24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8:03:38" v="660" actId="478"/>
          <ac:spMkLst>
            <pc:docMk/>
            <pc:sldMk cId="0" sldId="256"/>
            <ac:spMk id="25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8:03:38" v="660" actId="478"/>
          <ac:spMkLst>
            <pc:docMk/>
            <pc:sldMk cId="0" sldId="256"/>
            <ac:spMk id="26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8:24:31.548" v="1189" actId="207"/>
          <ac:spMkLst>
            <pc:docMk/>
            <pc:sldMk cId="0" sldId="256"/>
            <ac:spMk id="27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4:47:59.666" v="31" actId="478"/>
          <ac:spMkLst>
            <pc:docMk/>
            <pc:sldMk cId="0" sldId="256"/>
            <ac:spMk id="28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4:51:04.232" v="339" actId="478"/>
          <ac:spMkLst>
            <pc:docMk/>
            <pc:sldMk cId="0" sldId="256"/>
            <ac:spMk id="29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8:17:18.534" v="1017" actId="478"/>
          <ac:spMkLst>
            <pc:docMk/>
            <pc:sldMk cId="0" sldId="256"/>
            <ac:spMk id="30" creationId="{00000000-0000-0000-0000-000000000000}"/>
          </ac:spMkLst>
        </pc:spChg>
        <pc:spChg chg="mod">
          <ac:chgData name="Soo Jin Na" userId="1cfde9e267cde1a7" providerId="LiveId" clId="{5CFFE2C1-6D58-4B1F-9DA1-15AE864EF5EA}" dt="2026-04-19T08:27:28.200" v="1240" actId="12789"/>
          <ac:spMkLst>
            <pc:docMk/>
            <pc:sldMk cId="0" sldId="256"/>
            <ac:spMk id="31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8:31:37.884" v="1258" actId="3064"/>
          <ac:spMkLst>
            <pc:docMk/>
            <pc:sldMk cId="0" sldId="256"/>
            <ac:spMk id="32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4:48:45.612" v="53" actId="478"/>
          <ac:spMkLst>
            <pc:docMk/>
            <pc:sldMk cId="0" sldId="256"/>
            <ac:spMk id="33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8:03:38" v="660" actId="478"/>
          <ac:spMkLst>
            <pc:docMk/>
            <pc:sldMk cId="0" sldId="256"/>
            <ac:spMk id="34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8:03:38" v="660" actId="478"/>
          <ac:spMkLst>
            <pc:docMk/>
            <pc:sldMk cId="0" sldId="256"/>
            <ac:spMk id="35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8:31:12.292" v="1256" actId="113"/>
          <ac:spMkLst>
            <pc:docMk/>
            <pc:sldMk cId="0" sldId="256"/>
            <ac:spMk id="36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4:47:59.666" v="31" actId="478"/>
          <ac:spMkLst>
            <pc:docMk/>
            <pc:sldMk cId="0" sldId="256"/>
            <ac:spMk id="37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4:51:19.572" v="383" actId="478"/>
          <ac:spMkLst>
            <pc:docMk/>
            <pc:sldMk cId="0" sldId="256"/>
            <ac:spMk id="38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8:17:19.965" v="1018" actId="478"/>
          <ac:spMkLst>
            <pc:docMk/>
            <pc:sldMk cId="0" sldId="256"/>
            <ac:spMk id="39" creationId="{00000000-0000-0000-0000-000000000000}"/>
          </ac:spMkLst>
        </pc:spChg>
        <pc:spChg chg="mod">
          <ac:chgData name="Soo Jin Na" userId="1cfde9e267cde1a7" providerId="LiveId" clId="{5CFFE2C1-6D58-4B1F-9DA1-15AE864EF5EA}" dt="2026-04-19T08:31:12.292" v="1256" actId="113"/>
          <ac:spMkLst>
            <pc:docMk/>
            <pc:sldMk cId="0" sldId="256"/>
            <ac:spMk id="40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8:31:12.292" v="1256" actId="113"/>
          <ac:spMkLst>
            <pc:docMk/>
            <pc:sldMk cId="0" sldId="256"/>
            <ac:spMk id="41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4:48:45.612" v="53" actId="478"/>
          <ac:spMkLst>
            <pc:docMk/>
            <pc:sldMk cId="0" sldId="256"/>
            <ac:spMk id="42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8:03:38" v="660" actId="478"/>
          <ac:spMkLst>
            <pc:docMk/>
            <pc:sldMk cId="0" sldId="256"/>
            <ac:spMk id="43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8:03:38" v="660" actId="478"/>
          <ac:spMkLst>
            <pc:docMk/>
            <pc:sldMk cId="0" sldId="256"/>
            <ac:spMk id="44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11:46:00.962" v="1600"/>
          <ac:spMkLst>
            <pc:docMk/>
            <pc:sldMk cId="0" sldId="256"/>
            <ac:spMk id="45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4:47:59.666" v="31" actId="478"/>
          <ac:spMkLst>
            <pc:docMk/>
            <pc:sldMk cId="0" sldId="256"/>
            <ac:spMk id="46" creationId="{00000000-0000-0000-0000-000000000000}"/>
          </ac:spMkLst>
        </pc:spChg>
        <pc:spChg chg="mod">
          <ac:chgData name="Soo Jin Na" userId="1cfde9e267cde1a7" providerId="LiveId" clId="{5CFFE2C1-6D58-4B1F-9DA1-15AE864EF5EA}" dt="2026-04-19T08:31:12.292" v="1256" actId="113"/>
          <ac:spMkLst>
            <pc:docMk/>
            <pc:sldMk cId="0" sldId="256"/>
            <ac:spMk id="47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8:17:21.659" v="1019" actId="478"/>
          <ac:spMkLst>
            <pc:docMk/>
            <pc:sldMk cId="0" sldId="256"/>
            <ac:spMk id="48" creationId="{00000000-0000-0000-0000-000000000000}"/>
          </ac:spMkLst>
        </pc:spChg>
        <pc:spChg chg="del">
          <ac:chgData name="Soo Jin Na" userId="1cfde9e267cde1a7" providerId="LiveId" clId="{5CFFE2C1-6D58-4B1F-9DA1-15AE864EF5EA}" dt="2026-04-19T04:49:47.882" v="109" actId="478"/>
          <ac:spMkLst>
            <pc:docMk/>
            <pc:sldMk cId="0" sldId="256"/>
            <ac:spMk id="49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8:25:51.984" v="1219" actId="207"/>
          <ac:spMkLst>
            <pc:docMk/>
            <pc:sldMk cId="0" sldId="256"/>
            <ac:spMk id="50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4:48:42.986" v="52" actId="478"/>
          <ac:spMkLst>
            <pc:docMk/>
            <pc:sldMk cId="0" sldId="256"/>
            <ac:spMk id="51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8:03:38" v="660" actId="478"/>
          <ac:spMkLst>
            <pc:docMk/>
            <pc:sldMk cId="0" sldId="256"/>
            <ac:spMk id="52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8:03:38" v="660" actId="478"/>
          <ac:spMkLst>
            <pc:docMk/>
            <pc:sldMk cId="0" sldId="256"/>
            <ac:spMk id="53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11:46:02.422" v="1601"/>
          <ac:spMkLst>
            <pc:docMk/>
            <pc:sldMk cId="0" sldId="256"/>
            <ac:spMk id="54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4:47:59.666" v="31" actId="478"/>
          <ac:spMkLst>
            <pc:docMk/>
            <pc:sldMk cId="0" sldId="256"/>
            <ac:spMk id="55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8:20:55.662" v="1082" actId="12788"/>
          <ac:spMkLst>
            <pc:docMk/>
            <pc:sldMk cId="0" sldId="256"/>
            <ac:spMk id="58" creationId="{A25164A9-914A-85AE-F7D4-8FA3B9B547C7}"/>
          </ac:spMkLst>
        </pc:spChg>
        <pc:spChg chg="mod topLvl">
          <ac:chgData name="Soo Jin Na" userId="1cfde9e267cde1a7" providerId="LiveId" clId="{5CFFE2C1-6D58-4B1F-9DA1-15AE864EF5EA}" dt="2026-04-19T08:20:55.662" v="1082" actId="12788"/>
          <ac:spMkLst>
            <pc:docMk/>
            <pc:sldMk cId="0" sldId="256"/>
            <ac:spMk id="59" creationId="{1410B020-C387-6A3E-62F8-9720C4785A93}"/>
          </ac:spMkLst>
        </pc:spChg>
        <pc:spChg chg="mod topLvl">
          <ac:chgData name="Soo Jin Na" userId="1cfde9e267cde1a7" providerId="LiveId" clId="{5CFFE2C1-6D58-4B1F-9DA1-15AE864EF5EA}" dt="2026-04-19T08:20:55.662" v="1082" actId="12788"/>
          <ac:spMkLst>
            <pc:docMk/>
            <pc:sldMk cId="0" sldId="256"/>
            <ac:spMk id="61" creationId="{DF6C3EE4-1294-7B05-B204-F229256F7BDD}"/>
          </ac:spMkLst>
        </pc:spChg>
        <pc:spChg chg="mod topLvl">
          <ac:chgData name="Soo Jin Na" userId="1cfde9e267cde1a7" providerId="LiveId" clId="{5CFFE2C1-6D58-4B1F-9DA1-15AE864EF5EA}" dt="2026-04-19T08:17:33.821" v="1022" actId="165"/>
          <ac:spMkLst>
            <pc:docMk/>
            <pc:sldMk cId="0" sldId="256"/>
            <ac:spMk id="62" creationId="{4A116E6B-5CC9-B0B0-A7C5-D83B5227EDBB}"/>
          </ac:spMkLst>
        </pc:spChg>
        <pc:spChg chg="mod topLvl">
          <ac:chgData name="Soo Jin Na" userId="1cfde9e267cde1a7" providerId="LiveId" clId="{5CFFE2C1-6D58-4B1F-9DA1-15AE864EF5EA}" dt="2026-04-19T08:31:12.292" v="1256" actId="113"/>
          <ac:spMkLst>
            <pc:docMk/>
            <pc:sldMk cId="0" sldId="256"/>
            <ac:spMk id="64" creationId="{A8DDB975-EAE3-A065-C9EF-528A73650090}"/>
          </ac:spMkLst>
        </pc:spChg>
        <pc:spChg chg="mod topLvl">
          <ac:chgData name="Soo Jin Na" userId="1cfde9e267cde1a7" providerId="LiveId" clId="{5CFFE2C1-6D58-4B1F-9DA1-15AE864EF5EA}" dt="2026-04-19T08:31:12.292" v="1256" actId="113"/>
          <ac:spMkLst>
            <pc:docMk/>
            <pc:sldMk cId="0" sldId="256"/>
            <ac:spMk id="65" creationId="{D12335E7-FE4B-E422-1BD4-B95B70CEAADE}"/>
          </ac:spMkLst>
        </pc:spChg>
        <pc:spChg chg="mod topLvl">
          <ac:chgData name="Soo Jin Na" userId="1cfde9e267cde1a7" providerId="LiveId" clId="{5CFFE2C1-6D58-4B1F-9DA1-15AE864EF5EA}" dt="2026-04-19T08:20:55.662" v="1082" actId="12788"/>
          <ac:spMkLst>
            <pc:docMk/>
            <pc:sldMk cId="0" sldId="256"/>
            <ac:spMk id="67" creationId="{4E292FA5-E19E-4543-8FF6-5A6B32C92D99}"/>
          </ac:spMkLst>
        </pc:spChg>
        <pc:spChg chg="mod topLvl">
          <ac:chgData name="Soo Jin Na" userId="1cfde9e267cde1a7" providerId="LiveId" clId="{5CFFE2C1-6D58-4B1F-9DA1-15AE864EF5EA}" dt="2026-04-19T08:31:12.292" v="1256" actId="113"/>
          <ac:spMkLst>
            <pc:docMk/>
            <pc:sldMk cId="0" sldId="256"/>
            <ac:spMk id="68" creationId="{1680A7BE-7233-ACAB-B6A4-463F4C4B0497}"/>
          </ac:spMkLst>
        </pc:spChg>
        <pc:spChg chg="mod topLvl">
          <ac:chgData name="Soo Jin Na" userId="1cfde9e267cde1a7" providerId="LiveId" clId="{5CFFE2C1-6D58-4B1F-9DA1-15AE864EF5EA}" dt="2026-04-19T08:20:55.662" v="1082" actId="12788"/>
          <ac:spMkLst>
            <pc:docMk/>
            <pc:sldMk cId="0" sldId="256"/>
            <ac:spMk id="70" creationId="{1AB90896-F0AB-FE98-86C2-CA53112DABA5}"/>
          </ac:spMkLst>
        </pc:spChg>
        <pc:spChg chg="mod topLvl">
          <ac:chgData name="Soo Jin Na" userId="1cfde9e267cde1a7" providerId="LiveId" clId="{5CFFE2C1-6D58-4B1F-9DA1-15AE864EF5EA}" dt="2026-04-19T08:31:12.292" v="1256" actId="113"/>
          <ac:spMkLst>
            <pc:docMk/>
            <pc:sldMk cId="0" sldId="256"/>
            <ac:spMk id="71" creationId="{082E8B3D-AE2A-7B4B-5177-43204D6F0EDA}"/>
          </ac:spMkLst>
        </pc:spChg>
        <pc:spChg chg="add mod">
          <ac:chgData name="Soo Jin Na" userId="1cfde9e267cde1a7" providerId="LiveId" clId="{5CFFE2C1-6D58-4B1F-9DA1-15AE864EF5EA}" dt="2026-04-19T08:21:22.387" v="1085" actId="692"/>
          <ac:spMkLst>
            <pc:docMk/>
            <pc:sldMk cId="0" sldId="256"/>
            <ac:spMk id="73" creationId="{73564BD3-93C9-F226-EA1F-C0D58CCEB171}"/>
          </ac:spMkLst>
        </pc:spChg>
        <pc:spChg chg="add mod">
          <ac:chgData name="Soo Jin Na" userId="1cfde9e267cde1a7" providerId="LiveId" clId="{5CFFE2C1-6D58-4B1F-9DA1-15AE864EF5EA}" dt="2026-04-19T08:23:54.655" v="1185" actId="14100"/>
          <ac:spMkLst>
            <pc:docMk/>
            <pc:sldMk cId="0" sldId="256"/>
            <ac:spMk id="80" creationId="{E053B8E5-F712-54A1-7C17-90961B5E7133}"/>
          </ac:spMkLst>
        </pc:spChg>
        <pc:spChg chg="add del mod">
          <ac:chgData name="Soo Jin Na" userId="1cfde9e267cde1a7" providerId="LiveId" clId="{5CFFE2C1-6D58-4B1F-9DA1-15AE864EF5EA}" dt="2026-04-19T08:24:41.834" v="1190" actId="478"/>
          <ac:spMkLst>
            <pc:docMk/>
            <pc:sldMk cId="0" sldId="256"/>
            <ac:spMk id="81" creationId="{A3B6E937-D512-0112-CE90-82A6EF39D6D0}"/>
          </ac:spMkLst>
        </pc:spChg>
        <pc:spChg chg="add del mod">
          <ac:chgData name="Soo Jin Na" userId="1cfde9e267cde1a7" providerId="LiveId" clId="{5CFFE2C1-6D58-4B1F-9DA1-15AE864EF5EA}" dt="2026-04-19T08:25:34.563" v="1195" actId="478"/>
          <ac:spMkLst>
            <pc:docMk/>
            <pc:sldMk cId="0" sldId="256"/>
            <ac:spMk id="82" creationId="{55E52561-A99A-3339-9A6F-0ADCAA445203}"/>
          </ac:spMkLst>
        </pc:spChg>
        <pc:spChg chg="add mod">
          <ac:chgData name="Soo Jin Na" userId="1cfde9e267cde1a7" providerId="LiveId" clId="{5CFFE2C1-6D58-4B1F-9DA1-15AE864EF5EA}" dt="2026-04-19T08:28:20.101" v="1254" actId="1038"/>
          <ac:spMkLst>
            <pc:docMk/>
            <pc:sldMk cId="0" sldId="256"/>
            <ac:spMk id="83" creationId="{E4E3CA5E-E719-D6F6-367A-3B9AE1CE5EC8}"/>
          </ac:spMkLst>
        </pc:spChg>
        <pc:spChg chg="add mod">
          <ac:chgData name="Soo Jin Na" userId="1cfde9e267cde1a7" providerId="LiveId" clId="{5CFFE2C1-6D58-4B1F-9DA1-15AE864EF5EA}" dt="2026-04-19T08:28:20.101" v="1254" actId="1038"/>
          <ac:spMkLst>
            <pc:docMk/>
            <pc:sldMk cId="0" sldId="256"/>
            <ac:spMk id="84" creationId="{EFB900FE-1E74-D81A-FF81-1B9441E85FC4}"/>
          </ac:spMkLst>
        </pc:spChg>
        <pc:spChg chg="add mod">
          <ac:chgData name="Soo Jin Na" userId="1cfde9e267cde1a7" providerId="LiveId" clId="{5CFFE2C1-6D58-4B1F-9DA1-15AE864EF5EA}" dt="2026-04-19T08:31:12.292" v="1256" actId="113"/>
          <ac:spMkLst>
            <pc:docMk/>
            <pc:sldMk cId="0" sldId="256"/>
            <ac:spMk id="85" creationId="{9A20EC1D-4739-8AAD-3183-FEBD3FD5D9A3}"/>
          </ac:spMkLst>
        </pc:spChg>
        <pc:spChg chg="add mod">
          <ac:chgData name="Soo Jin Na" userId="1cfde9e267cde1a7" providerId="LiveId" clId="{5CFFE2C1-6D58-4B1F-9DA1-15AE864EF5EA}" dt="2026-04-19T08:28:20.101" v="1254" actId="1038"/>
          <ac:spMkLst>
            <pc:docMk/>
            <pc:sldMk cId="0" sldId="256"/>
            <ac:spMk id="86" creationId="{8C02E28E-E08F-A08F-AD35-32932AA798FC}"/>
          </ac:spMkLst>
        </pc:spChg>
        <pc:spChg chg="mod">
          <ac:chgData name="Soo Jin Na" userId="1cfde9e267cde1a7" providerId="LiveId" clId="{5CFFE2C1-6D58-4B1F-9DA1-15AE864EF5EA}" dt="2026-04-19T08:33:10.637" v="1259"/>
          <ac:spMkLst>
            <pc:docMk/>
            <pc:sldMk cId="0" sldId="256"/>
            <ac:spMk id="93" creationId="{268E7655-8242-BA73-5A1B-E5FB37FDB520}"/>
          </ac:spMkLst>
        </pc:spChg>
        <pc:spChg chg="mod">
          <ac:chgData name="Soo Jin Na" userId="1cfde9e267cde1a7" providerId="LiveId" clId="{5CFFE2C1-6D58-4B1F-9DA1-15AE864EF5EA}" dt="2026-04-19T08:33:10.637" v="1259"/>
          <ac:spMkLst>
            <pc:docMk/>
            <pc:sldMk cId="0" sldId="256"/>
            <ac:spMk id="94" creationId="{38E62661-9605-2281-DD7F-72934A60F069}"/>
          </ac:spMkLst>
        </pc:spChg>
        <pc:spChg chg="mod">
          <ac:chgData name="Soo Jin Na" userId="1cfde9e267cde1a7" providerId="LiveId" clId="{5CFFE2C1-6D58-4B1F-9DA1-15AE864EF5EA}" dt="2026-04-19T08:33:10.637" v="1259"/>
          <ac:spMkLst>
            <pc:docMk/>
            <pc:sldMk cId="0" sldId="256"/>
            <ac:spMk id="96" creationId="{B8577F21-5BC9-148F-0208-92DAD2D9D41D}"/>
          </ac:spMkLst>
        </pc:spChg>
        <pc:spChg chg="mod">
          <ac:chgData name="Soo Jin Na" userId="1cfde9e267cde1a7" providerId="LiveId" clId="{5CFFE2C1-6D58-4B1F-9DA1-15AE864EF5EA}" dt="2026-04-19T08:33:10.637" v="1259"/>
          <ac:spMkLst>
            <pc:docMk/>
            <pc:sldMk cId="0" sldId="256"/>
            <ac:spMk id="100" creationId="{7042EEFC-5D6A-B67E-BD6E-75C738AECDA6}"/>
          </ac:spMkLst>
        </pc:spChg>
        <pc:spChg chg="mod">
          <ac:chgData name="Soo Jin Na" userId="1cfde9e267cde1a7" providerId="LiveId" clId="{5CFFE2C1-6D58-4B1F-9DA1-15AE864EF5EA}" dt="2026-04-19T08:33:10.637" v="1259"/>
          <ac:spMkLst>
            <pc:docMk/>
            <pc:sldMk cId="0" sldId="256"/>
            <ac:spMk id="103" creationId="{C7E608D6-8E64-1A16-80A2-639B8F4923C7}"/>
          </ac:spMkLst>
        </pc:spChg>
        <pc:spChg chg="mod">
          <ac:chgData name="Soo Jin Na" userId="1cfde9e267cde1a7" providerId="LiveId" clId="{5CFFE2C1-6D58-4B1F-9DA1-15AE864EF5EA}" dt="2026-04-19T08:33:10.637" v="1259"/>
          <ac:spMkLst>
            <pc:docMk/>
            <pc:sldMk cId="0" sldId="256"/>
            <ac:spMk id="114" creationId="{88C8E9F9-06B4-129B-87E1-B06FB016D28F}"/>
          </ac:spMkLst>
        </pc:spChg>
        <pc:spChg chg="mod">
          <ac:chgData name="Soo Jin Na" userId="1cfde9e267cde1a7" providerId="LiveId" clId="{5CFFE2C1-6D58-4B1F-9DA1-15AE864EF5EA}" dt="2026-04-19T08:33:10.637" v="1259"/>
          <ac:spMkLst>
            <pc:docMk/>
            <pc:sldMk cId="0" sldId="256"/>
            <ac:spMk id="116" creationId="{4F246BA8-DF01-19B4-3FC3-3BE84C8405DA}"/>
          </ac:spMkLst>
        </pc:spChg>
        <pc:spChg chg="mod">
          <ac:chgData name="Soo Jin Na" userId="1cfde9e267cde1a7" providerId="LiveId" clId="{5CFFE2C1-6D58-4B1F-9DA1-15AE864EF5EA}" dt="2026-04-19T08:33:10.637" v="1259"/>
          <ac:spMkLst>
            <pc:docMk/>
            <pc:sldMk cId="0" sldId="256"/>
            <ac:spMk id="117" creationId="{1E960916-D1F8-3D25-8213-DD8983769A27}"/>
          </ac:spMkLst>
        </pc:spChg>
        <pc:spChg chg="mod">
          <ac:chgData name="Soo Jin Na" userId="1cfde9e267cde1a7" providerId="LiveId" clId="{5CFFE2C1-6D58-4B1F-9DA1-15AE864EF5EA}" dt="2026-04-19T08:33:10.637" v="1259"/>
          <ac:spMkLst>
            <pc:docMk/>
            <pc:sldMk cId="0" sldId="256"/>
            <ac:spMk id="120" creationId="{51BF6F09-3947-42A2-0514-5485566330A3}"/>
          </ac:spMkLst>
        </pc:spChg>
        <pc:spChg chg="mod">
          <ac:chgData name="Soo Jin Na" userId="1cfde9e267cde1a7" providerId="LiveId" clId="{5CFFE2C1-6D58-4B1F-9DA1-15AE864EF5EA}" dt="2026-04-19T08:33:10.637" v="1259"/>
          <ac:spMkLst>
            <pc:docMk/>
            <pc:sldMk cId="0" sldId="256"/>
            <ac:spMk id="123" creationId="{27B2DD33-8DAC-C052-2355-C08FD226D4C1}"/>
          </ac:spMkLst>
        </pc:spChg>
        <pc:grpChg chg="add del mod">
          <ac:chgData name="Soo Jin Na" userId="1cfde9e267cde1a7" providerId="LiveId" clId="{5CFFE2C1-6D58-4B1F-9DA1-15AE864EF5EA}" dt="2026-04-19T08:04:04.970" v="671" actId="165"/>
          <ac:grpSpMkLst>
            <pc:docMk/>
            <pc:sldMk cId="0" sldId="256"/>
            <ac:grpSpMk id="56" creationId="{4774EF18-E219-5800-EE74-7A01A41F2DEB}"/>
          </ac:grpSpMkLst>
        </pc:grpChg>
        <pc:grpChg chg="add del mod">
          <ac:chgData name="Soo Jin Na" userId="1cfde9e267cde1a7" providerId="LiveId" clId="{5CFFE2C1-6D58-4B1F-9DA1-15AE864EF5EA}" dt="2026-04-19T08:06:35.192" v="714" actId="165"/>
          <ac:grpSpMkLst>
            <pc:docMk/>
            <pc:sldMk cId="0" sldId="256"/>
            <ac:grpSpMk id="57" creationId="{8EA52113-5388-02E3-2D47-496B4C1B0F33}"/>
          </ac:grpSpMkLst>
        </pc:grpChg>
        <pc:grpChg chg="add del mod">
          <ac:chgData name="Soo Jin Na" userId="1cfde9e267cde1a7" providerId="LiveId" clId="{5CFFE2C1-6D58-4B1F-9DA1-15AE864EF5EA}" dt="2026-04-19T08:07:59.543" v="735" actId="165"/>
          <ac:grpSpMkLst>
            <pc:docMk/>
            <pc:sldMk cId="0" sldId="256"/>
            <ac:grpSpMk id="60" creationId="{012DA519-C945-4FD2-C1E7-637D0A5C901D}"/>
          </ac:grpSpMkLst>
        </pc:grpChg>
        <pc:grpChg chg="add del mod">
          <ac:chgData name="Soo Jin Na" userId="1cfde9e267cde1a7" providerId="LiveId" clId="{5CFFE2C1-6D58-4B1F-9DA1-15AE864EF5EA}" dt="2026-04-19T08:09:18.612" v="749" actId="165"/>
          <ac:grpSpMkLst>
            <pc:docMk/>
            <pc:sldMk cId="0" sldId="256"/>
            <ac:grpSpMk id="63" creationId="{9A3129A6-086B-FCB3-0D69-A7BBE622FB6F}"/>
          </ac:grpSpMkLst>
        </pc:grpChg>
        <pc:grpChg chg="add del mod">
          <ac:chgData name="Soo Jin Na" userId="1cfde9e267cde1a7" providerId="LiveId" clId="{5CFFE2C1-6D58-4B1F-9DA1-15AE864EF5EA}" dt="2026-04-19T08:09:46.485" v="772" actId="165"/>
          <ac:grpSpMkLst>
            <pc:docMk/>
            <pc:sldMk cId="0" sldId="256"/>
            <ac:grpSpMk id="66" creationId="{BB2FE47D-7BF3-9A17-CDC9-0BC166A96453}"/>
          </ac:grpSpMkLst>
        </pc:grpChg>
        <pc:grpChg chg="add del mod">
          <ac:chgData name="Soo Jin Na" userId="1cfde9e267cde1a7" providerId="LiveId" clId="{5CFFE2C1-6D58-4B1F-9DA1-15AE864EF5EA}" dt="2026-04-19T08:10:25.473" v="809" actId="165"/>
          <ac:grpSpMkLst>
            <pc:docMk/>
            <pc:sldMk cId="0" sldId="256"/>
            <ac:grpSpMk id="69" creationId="{F7873EA6-CB5D-A222-638E-AFB79F450E87}"/>
          </ac:grpSpMkLst>
        </pc:grpChg>
        <pc:grpChg chg="add del mod">
          <ac:chgData name="Soo Jin Na" userId="1cfde9e267cde1a7" providerId="LiveId" clId="{5CFFE2C1-6D58-4B1F-9DA1-15AE864EF5EA}" dt="2026-04-19T08:06:17.825" v="711" actId="165"/>
          <ac:grpSpMkLst>
            <pc:docMk/>
            <pc:sldMk cId="0" sldId="256"/>
            <ac:grpSpMk id="72" creationId="{C726EF14-5E8E-F1A6-13C5-3333B5BEC539}"/>
          </ac:grpSpMkLst>
        </pc:grpChg>
        <pc:grpChg chg="add del mod">
          <ac:chgData name="Soo Jin Na" userId="1cfde9e267cde1a7" providerId="LiveId" clId="{5CFFE2C1-6D58-4B1F-9DA1-15AE864EF5EA}" dt="2026-04-19T08:17:41.769" v="1025" actId="165"/>
          <ac:grpSpMkLst>
            <pc:docMk/>
            <pc:sldMk cId="0" sldId="256"/>
            <ac:grpSpMk id="74" creationId="{510C5FBD-A848-D49C-FA88-15DE180F219D}"/>
          </ac:grpSpMkLst>
        </pc:grpChg>
        <pc:grpChg chg="add del mod">
          <ac:chgData name="Soo Jin Na" userId="1cfde9e267cde1a7" providerId="LiveId" clId="{5CFFE2C1-6D58-4B1F-9DA1-15AE864EF5EA}" dt="2026-04-19T08:17:39.076" v="1024" actId="165"/>
          <ac:grpSpMkLst>
            <pc:docMk/>
            <pc:sldMk cId="0" sldId="256"/>
            <ac:grpSpMk id="75" creationId="{5577F29C-0AE1-EB5E-5E2C-2CAB58742C04}"/>
          </ac:grpSpMkLst>
        </pc:grpChg>
        <pc:grpChg chg="add del mod">
          <ac:chgData name="Soo Jin Na" userId="1cfde9e267cde1a7" providerId="LiveId" clId="{5CFFE2C1-6D58-4B1F-9DA1-15AE864EF5EA}" dt="2026-04-19T08:17:36.364" v="1023" actId="165"/>
          <ac:grpSpMkLst>
            <pc:docMk/>
            <pc:sldMk cId="0" sldId="256"/>
            <ac:grpSpMk id="76" creationId="{4E062ABA-162B-D2AE-5633-526D6C965187}"/>
          </ac:grpSpMkLst>
        </pc:grpChg>
        <pc:grpChg chg="add del mod">
          <ac:chgData name="Soo Jin Na" userId="1cfde9e267cde1a7" providerId="LiveId" clId="{5CFFE2C1-6D58-4B1F-9DA1-15AE864EF5EA}" dt="2026-04-19T08:17:33.821" v="1022" actId="165"/>
          <ac:grpSpMkLst>
            <pc:docMk/>
            <pc:sldMk cId="0" sldId="256"/>
            <ac:grpSpMk id="77" creationId="{D243602F-0351-7FB1-409C-2FA507FCCB10}"/>
          </ac:grpSpMkLst>
        </pc:grpChg>
        <pc:grpChg chg="add del mod">
          <ac:chgData name="Soo Jin Na" userId="1cfde9e267cde1a7" providerId="LiveId" clId="{5CFFE2C1-6D58-4B1F-9DA1-15AE864EF5EA}" dt="2026-04-19T08:17:31.417" v="1021" actId="165"/>
          <ac:grpSpMkLst>
            <pc:docMk/>
            <pc:sldMk cId="0" sldId="256"/>
            <ac:grpSpMk id="78" creationId="{1F496805-7761-B4FD-D1C7-661513602FF9}"/>
          </ac:grpSpMkLst>
        </pc:grpChg>
        <pc:grpChg chg="add del mod">
          <ac:chgData name="Soo Jin Na" userId="1cfde9e267cde1a7" providerId="LiveId" clId="{5CFFE2C1-6D58-4B1F-9DA1-15AE864EF5EA}" dt="2026-04-19T08:17:27.536" v="1020" actId="165"/>
          <ac:grpSpMkLst>
            <pc:docMk/>
            <pc:sldMk cId="0" sldId="256"/>
            <ac:grpSpMk id="79" creationId="{6440E720-50C8-7D99-E12A-0EC11F60A4FB}"/>
          </ac:grpSpMkLst>
        </pc:grpChg>
      </pc:sldChg>
      <pc:sldChg chg="add del setBg">
        <pc:chgData name="Soo Jin Na" userId="1cfde9e267cde1a7" providerId="LiveId" clId="{5CFFE2C1-6D58-4B1F-9DA1-15AE864EF5EA}" dt="2026-04-19T08:21:58.894" v="1091"/>
        <pc:sldMkLst>
          <pc:docMk/>
          <pc:sldMk cId="0" sldId="257"/>
        </pc:sldMkLst>
      </pc:sldChg>
      <pc:sldChg chg="addSp delSp modSp add mod setBg">
        <pc:chgData name="Soo Jin Na" userId="1cfde9e267cde1a7" providerId="LiveId" clId="{5CFFE2C1-6D58-4B1F-9DA1-15AE864EF5EA}" dt="2026-04-19T11:45:15.830" v="1589"/>
        <pc:sldMkLst>
          <pc:docMk/>
          <pc:sldMk cId="2183632816" sldId="257"/>
        </pc:sldMkLst>
        <pc:spChg chg="add del">
          <ac:chgData name="Soo Jin Na" userId="1cfde9e267cde1a7" providerId="LiveId" clId="{5CFFE2C1-6D58-4B1F-9DA1-15AE864EF5EA}" dt="2026-04-19T11:31:31.906" v="1262" actId="22"/>
          <ac:spMkLst>
            <pc:docMk/>
            <pc:sldMk cId="2183632816" sldId="257"/>
            <ac:spMk id="3" creationId="{AE3584C7-7A56-C27F-4DCC-9DD289E9C0A5}"/>
          </ac:spMkLst>
        </pc:spChg>
        <pc:spChg chg="mod">
          <ac:chgData name="Soo Jin Na" userId="1cfde9e267cde1a7" providerId="LiveId" clId="{5CFFE2C1-6D58-4B1F-9DA1-15AE864EF5EA}" dt="2026-04-19T11:34:22.442" v="1270"/>
          <ac:spMkLst>
            <pc:docMk/>
            <pc:sldMk cId="2183632816" sldId="257"/>
            <ac:spMk id="5" creationId="{7A527395-0662-77E8-93E8-3FE1EA4F5FFB}"/>
          </ac:spMkLst>
        </pc:spChg>
        <pc:spChg chg="mod">
          <ac:chgData name="Soo Jin Na" userId="1cfde9e267cde1a7" providerId="LiveId" clId="{5CFFE2C1-6D58-4B1F-9DA1-15AE864EF5EA}" dt="2026-04-19T11:45:01.739" v="1584" actId="20577"/>
          <ac:spMkLst>
            <pc:docMk/>
            <pc:sldMk cId="2183632816" sldId="257"/>
            <ac:spMk id="8" creationId="{8E72C471-7820-C08A-AF3E-2488BFCE0A80}"/>
          </ac:spMkLst>
        </pc:spChg>
        <pc:spChg chg="mod">
          <ac:chgData name="Soo Jin Na" userId="1cfde9e267cde1a7" providerId="LiveId" clId="{5CFFE2C1-6D58-4B1F-9DA1-15AE864EF5EA}" dt="2026-04-19T11:36:33.628" v="1370"/>
          <ac:spMkLst>
            <pc:docMk/>
            <pc:sldMk cId="2183632816" sldId="257"/>
            <ac:spMk id="9" creationId="{2C58614D-BEB1-7BFD-B928-555A91B27B8C}"/>
          </ac:spMkLst>
        </pc:spChg>
        <pc:spChg chg="mod">
          <ac:chgData name="Soo Jin Na" userId="1cfde9e267cde1a7" providerId="LiveId" clId="{5CFFE2C1-6D58-4B1F-9DA1-15AE864EF5EA}" dt="2026-04-19T11:31:46.816" v="1263"/>
          <ac:spMkLst>
            <pc:docMk/>
            <pc:sldMk cId="2183632816" sldId="257"/>
            <ac:spMk id="10" creationId="{926B00A0-1E36-E39C-71D9-B5A9250E8CC5}"/>
          </ac:spMkLst>
        </pc:spChg>
        <pc:spChg chg="mod">
          <ac:chgData name="Soo Jin Na" userId="1cfde9e267cde1a7" providerId="LiveId" clId="{5CFFE2C1-6D58-4B1F-9DA1-15AE864EF5EA}" dt="2026-04-19T11:38:12.418" v="1447" actId="255"/>
          <ac:spMkLst>
            <pc:docMk/>
            <pc:sldMk cId="2183632816" sldId="257"/>
            <ac:spMk id="13" creationId="{FD7B1820-4F7A-2029-640A-FD288135AEB5}"/>
          </ac:spMkLst>
        </pc:spChg>
        <pc:spChg chg="mod">
          <ac:chgData name="Soo Jin Na" userId="1cfde9e267cde1a7" providerId="LiveId" clId="{5CFFE2C1-6D58-4B1F-9DA1-15AE864EF5EA}" dt="2026-04-19T11:38:12.418" v="1447" actId="255"/>
          <ac:spMkLst>
            <pc:docMk/>
            <pc:sldMk cId="2183632816" sldId="257"/>
            <ac:spMk id="14" creationId="{40D0C826-E5DA-A575-F5F4-78E7022DEFDF}"/>
          </ac:spMkLst>
        </pc:spChg>
        <pc:spChg chg="mod">
          <ac:chgData name="Soo Jin Na" userId="1cfde9e267cde1a7" providerId="LiveId" clId="{5CFFE2C1-6D58-4B1F-9DA1-15AE864EF5EA}" dt="2026-04-19T11:31:46.816" v="1263"/>
          <ac:spMkLst>
            <pc:docMk/>
            <pc:sldMk cId="2183632816" sldId="257"/>
            <ac:spMk id="17" creationId="{B3C4AAD4-4B48-B1F3-BD79-C79B85EF5176}"/>
          </ac:spMkLst>
        </pc:spChg>
        <pc:spChg chg="mod">
          <ac:chgData name="Soo Jin Na" userId="1cfde9e267cde1a7" providerId="LiveId" clId="{5CFFE2C1-6D58-4B1F-9DA1-15AE864EF5EA}" dt="2026-04-19T11:42:14.493" v="1576" actId="3064"/>
          <ac:spMkLst>
            <pc:docMk/>
            <pc:sldMk cId="2183632816" sldId="257"/>
            <ac:spMk id="18" creationId="{7EFB8DF0-2ED0-6EB1-8F18-4F486826B192}"/>
          </ac:spMkLst>
        </pc:spChg>
        <pc:spChg chg="mod">
          <ac:chgData name="Soo Jin Na" userId="1cfde9e267cde1a7" providerId="LiveId" clId="{5CFFE2C1-6D58-4B1F-9DA1-15AE864EF5EA}" dt="2026-04-19T11:40:14.760" v="1473" actId="20577"/>
          <ac:spMkLst>
            <pc:docMk/>
            <pc:sldMk cId="2183632816" sldId="257"/>
            <ac:spMk id="21" creationId="{D7806259-3BAF-9FC8-BC44-E82212401154}"/>
          </ac:spMkLst>
        </pc:spChg>
        <pc:spChg chg="mod">
          <ac:chgData name="Soo Jin Na" userId="1cfde9e267cde1a7" providerId="LiveId" clId="{5CFFE2C1-6D58-4B1F-9DA1-15AE864EF5EA}" dt="2026-04-19T11:35:11.058" v="1321" actId="6549"/>
          <ac:spMkLst>
            <pc:docMk/>
            <pc:sldMk cId="2183632816" sldId="257"/>
            <ac:spMk id="23" creationId="{828DB0C5-836C-D156-0CC4-2EDC52D49D99}"/>
          </ac:spMkLst>
        </pc:spChg>
        <pc:spChg chg="mod">
          <ac:chgData name="Soo Jin Na" userId="1cfde9e267cde1a7" providerId="LiveId" clId="{5CFFE2C1-6D58-4B1F-9DA1-15AE864EF5EA}" dt="2026-04-19T11:37:19.883" v="1441" actId="6549"/>
          <ac:spMkLst>
            <pc:docMk/>
            <pc:sldMk cId="2183632816" sldId="257"/>
            <ac:spMk id="27" creationId="{26CC1796-A459-4446-8779-76D7D94A8184}"/>
          </ac:spMkLst>
        </pc:spChg>
        <pc:spChg chg="mod">
          <ac:chgData name="Soo Jin Na" userId="1cfde9e267cde1a7" providerId="LiveId" clId="{5CFFE2C1-6D58-4B1F-9DA1-15AE864EF5EA}" dt="2026-04-19T11:31:46.816" v="1263"/>
          <ac:spMkLst>
            <pc:docMk/>
            <pc:sldMk cId="2183632816" sldId="257"/>
            <ac:spMk id="28" creationId="{78B2293D-2462-0B96-312F-2DE630DF6E03}"/>
          </ac:spMkLst>
        </pc:spChg>
        <pc:spChg chg="mod">
          <ac:chgData name="Soo Jin Na" userId="1cfde9e267cde1a7" providerId="LiveId" clId="{5CFFE2C1-6D58-4B1F-9DA1-15AE864EF5EA}" dt="2026-04-19T11:41:39.644" v="1566" actId="6549"/>
          <ac:spMkLst>
            <pc:docMk/>
            <pc:sldMk cId="2183632816" sldId="257"/>
            <ac:spMk id="32" creationId="{68A4C76A-1DF0-1261-8D95-0E1813A925E6}"/>
          </ac:spMkLst>
        </pc:spChg>
        <pc:spChg chg="mod">
          <ac:chgData name="Soo Jin Na" userId="1cfde9e267cde1a7" providerId="LiveId" clId="{5CFFE2C1-6D58-4B1F-9DA1-15AE864EF5EA}" dt="2026-04-19T11:37:32.756" v="1442"/>
          <ac:spMkLst>
            <pc:docMk/>
            <pc:sldMk cId="2183632816" sldId="257"/>
            <ac:spMk id="36" creationId="{4721394D-0F34-5D13-7BD4-40D7E6BDFC87}"/>
          </ac:spMkLst>
        </pc:spChg>
        <pc:spChg chg="mod">
          <ac:chgData name="Soo Jin Na" userId="1cfde9e267cde1a7" providerId="LiveId" clId="{5CFFE2C1-6D58-4B1F-9DA1-15AE864EF5EA}" dt="2026-04-19T11:38:12.418" v="1447" actId="255"/>
          <ac:spMkLst>
            <pc:docMk/>
            <pc:sldMk cId="2183632816" sldId="257"/>
            <ac:spMk id="40" creationId="{9DF620A1-3DB5-0DCE-9AC1-8A13FF5CEB5F}"/>
          </ac:spMkLst>
        </pc:spChg>
        <pc:spChg chg="mod">
          <ac:chgData name="Soo Jin Na" userId="1cfde9e267cde1a7" providerId="LiveId" clId="{5CFFE2C1-6D58-4B1F-9DA1-15AE864EF5EA}" dt="2026-04-19T11:35:36.905" v="1339" actId="20577"/>
          <ac:spMkLst>
            <pc:docMk/>
            <pc:sldMk cId="2183632816" sldId="257"/>
            <ac:spMk id="41" creationId="{482B2E3E-13FF-E05E-30F6-7DC4CF1CA90B}"/>
          </ac:spMkLst>
        </pc:spChg>
        <pc:spChg chg="mod">
          <ac:chgData name="Soo Jin Na" userId="1cfde9e267cde1a7" providerId="LiveId" clId="{5CFFE2C1-6D58-4B1F-9DA1-15AE864EF5EA}" dt="2026-04-19T11:31:46.816" v="1263"/>
          <ac:spMkLst>
            <pc:docMk/>
            <pc:sldMk cId="2183632816" sldId="257"/>
            <ac:spMk id="42" creationId="{4E5FFE27-517D-50E2-6645-D9F3E88EFBB1}"/>
          </ac:spMkLst>
        </pc:spChg>
        <pc:spChg chg="mod">
          <ac:chgData name="Soo Jin Na" userId="1cfde9e267cde1a7" providerId="LiveId" clId="{5CFFE2C1-6D58-4B1F-9DA1-15AE864EF5EA}" dt="2026-04-19T11:41:54.322" v="1570" actId="20577"/>
          <ac:spMkLst>
            <pc:docMk/>
            <pc:sldMk cId="2183632816" sldId="257"/>
            <ac:spMk id="45" creationId="{DA42FDA0-0A89-1FD0-2434-70E38E214100}"/>
          </ac:spMkLst>
        </pc:spChg>
        <pc:spChg chg="mod">
          <ac:chgData name="Soo Jin Na" userId="1cfde9e267cde1a7" providerId="LiveId" clId="{5CFFE2C1-6D58-4B1F-9DA1-15AE864EF5EA}" dt="2026-04-19T11:38:12.418" v="1447" actId="255"/>
          <ac:spMkLst>
            <pc:docMk/>
            <pc:sldMk cId="2183632816" sldId="257"/>
            <ac:spMk id="47" creationId="{04C130C3-AA3A-658D-849C-D9FAAF5D3E76}"/>
          </ac:spMkLst>
        </pc:spChg>
        <pc:spChg chg="mod">
          <ac:chgData name="Soo Jin Na" userId="1cfde9e267cde1a7" providerId="LiveId" clId="{5CFFE2C1-6D58-4B1F-9DA1-15AE864EF5EA}" dt="2026-04-19T11:31:46.816" v="1263"/>
          <ac:spMkLst>
            <pc:docMk/>
            <pc:sldMk cId="2183632816" sldId="257"/>
            <ac:spMk id="49" creationId="{D143C86C-0A24-EB03-0D5D-00267BE7EA7D}"/>
          </ac:spMkLst>
        </pc:spChg>
        <pc:spChg chg="mod">
          <ac:chgData name="Soo Jin Na" userId="1cfde9e267cde1a7" providerId="LiveId" clId="{5CFFE2C1-6D58-4B1F-9DA1-15AE864EF5EA}" dt="2026-04-19T11:39:57.588" v="1454" actId="6549"/>
          <ac:spMkLst>
            <pc:docMk/>
            <pc:sldMk cId="2183632816" sldId="257"/>
            <ac:spMk id="50" creationId="{967A5E54-60D5-0400-017E-73EF256A42CA}"/>
          </ac:spMkLst>
        </pc:spChg>
        <pc:spChg chg="mod">
          <ac:chgData name="Soo Jin Na" userId="1cfde9e267cde1a7" providerId="LiveId" clId="{5CFFE2C1-6D58-4B1F-9DA1-15AE864EF5EA}" dt="2026-04-19T11:41:58.237" v="1574" actId="20577"/>
          <ac:spMkLst>
            <pc:docMk/>
            <pc:sldMk cId="2183632816" sldId="257"/>
            <ac:spMk id="54" creationId="{2B0FC90B-D61C-2F2B-CF24-901D8EDD2504}"/>
          </ac:spMkLst>
        </pc:spChg>
        <pc:spChg chg="mod">
          <ac:chgData name="Soo Jin Na" userId="1cfde9e267cde1a7" providerId="LiveId" clId="{5CFFE2C1-6D58-4B1F-9DA1-15AE864EF5EA}" dt="2026-04-19T11:45:06.973" v="1585"/>
          <ac:spMkLst>
            <pc:docMk/>
            <pc:sldMk cId="2183632816" sldId="257"/>
            <ac:spMk id="59" creationId="{09D3203A-03C8-CEF9-8A6C-B58D52149F9A}"/>
          </ac:spMkLst>
        </pc:spChg>
        <pc:spChg chg="mod">
          <ac:chgData name="Soo Jin Na" userId="1cfde9e267cde1a7" providerId="LiveId" clId="{5CFFE2C1-6D58-4B1F-9DA1-15AE864EF5EA}" dt="2026-04-19T11:45:08.826" v="1586"/>
          <ac:spMkLst>
            <pc:docMk/>
            <pc:sldMk cId="2183632816" sldId="257"/>
            <ac:spMk id="62" creationId="{891677E9-05D7-4BFD-8A35-D4B4BE7B08DD}"/>
          </ac:spMkLst>
        </pc:spChg>
        <pc:spChg chg="mod">
          <ac:chgData name="Soo Jin Na" userId="1cfde9e267cde1a7" providerId="LiveId" clId="{5CFFE2C1-6D58-4B1F-9DA1-15AE864EF5EA}" dt="2026-04-19T11:31:46.816" v="1263"/>
          <ac:spMkLst>
            <pc:docMk/>
            <pc:sldMk cId="2183632816" sldId="257"/>
            <ac:spMk id="63" creationId="{C191D791-DBD7-243E-E6D2-698C661EBA18}"/>
          </ac:spMkLst>
        </pc:spChg>
        <pc:spChg chg="mod">
          <ac:chgData name="Soo Jin Na" userId="1cfde9e267cde1a7" providerId="LiveId" clId="{5CFFE2C1-6D58-4B1F-9DA1-15AE864EF5EA}" dt="2026-04-19T11:45:10.640" v="1587"/>
          <ac:spMkLst>
            <pc:docMk/>
            <pc:sldMk cId="2183632816" sldId="257"/>
            <ac:spMk id="65" creationId="{DEEE318B-74E5-0D41-887F-049E9DAE340E}"/>
          </ac:spMkLst>
        </pc:spChg>
        <pc:spChg chg="mod">
          <ac:chgData name="Soo Jin Na" userId="1cfde9e267cde1a7" providerId="LiveId" clId="{5CFFE2C1-6D58-4B1F-9DA1-15AE864EF5EA}" dt="2026-04-19T11:31:46.816" v="1263"/>
          <ac:spMkLst>
            <pc:docMk/>
            <pc:sldMk cId="2183632816" sldId="257"/>
            <ac:spMk id="66" creationId="{DDF06BE5-F1F9-0981-88D0-0E85A27F3963}"/>
          </ac:spMkLst>
        </pc:spChg>
        <pc:spChg chg="mod">
          <ac:chgData name="Soo Jin Na" userId="1cfde9e267cde1a7" providerId="LiveId" clId="{5CFFE2C1-6D58-4B1F-9DA1-15AE864EF5EA}" dt="2026-04-19T11:38:12.418" v="1447" actId="255"/>
          <ac:spMkLst>
            <pc:docMk/>
            <pc:sldMk cId="2183632816" sldId="257"/>
            <ac:spMk id="67" creationId="{0AC88171-1AB3-D8A8-012C-2B69A6AE6A2B}"/>
          </ac:spMkLst>
        </pc:spChg>
        <pc:spChg chg="mod">
          <ac:chgData name="Soo Jin Na" userId="1cfde9e267cde1a7" providerId="LiveId" clId="{5CFFE2C1-6D58-4B1F-9DA1-15AE864EF5EA}" dt="2026-04-19T11:45:12.850" v="1588"/>
          <ac:spMkLst>
            <pc:docMk/>
            <pc:sldMk cId="2183632816" sldId="257"/>
            <ac:spMk id="68" creationId="{22A3DBC7-0A94-FE28-61F9-FE06D7B02C28}"/>
          </ac:spMkLst>
        </pc:spChg>
        <pc:spChg chg="mod">
          <ac:chgData name="Soo Jin Na" userId="1cfde9e267cde1a7" providerId="LiveId" clId="{5CFFE2C1-6D58-4B1F-9DA1-15AE864EF5EA}" dt="2026-04-19T11:45:15.830" v="1589"/>
          <ac:spMkLst>
            <pc:docMk/>
            <pc:sldMk cId="2183632816" sldId="257"/>
            <ac:spMk id="71" creationId="{B50DD263-0D87-CC36-8E31-A402DBFB5450}"/>
          </ac:spMkLst>
        </pc:spChg>
        <pc:spChg chg="mod">
          <ac:chgData name="Soo Jin Na" userId="1cfde9e267cde1a7" providerId="LiveId" clId="{5CFFE2C1-6D58-4B1F-9DA1-15AE864EF5EA}" dt="2026-04-19T11:31:46.816" v="1263"/>
          <ac:spMkLst>
            <pc:docMk/>
            <pc:sldMk cId="2183632816" sldId="257"/>
            <ac:spMk id="76" creationId="{EF60FC85-751C-A15A-6E33-2F55AA3C8E41}"/>
          </ac:spMkLst>
        </pc:spChg>
        <pc:spChg chg="mod">
          <ac:chgData name="Soo Jin Na" userId="1cfde9e267cde1a7" providerId="LiveId" clId="{5CFFE2C1-6D58-4B1F-9DA1-15AE864EF5EA}" dt="2026-04-19T11:41:37.045" v="1560" actId="20577"/>
          <ac:spMkLst>
            <pc:docMk/>
            <pc:sldMk cId="2183632816" sldId="257"/>
            <ac:spMk id="80" creationId="{D430B4FC-0B66-571F-4457-3F1091C825AA}"/>
          </ac:spMkLst>
        </pc:spChg>
        <pc:spChg chg="mod">
          <ac:chgData name="Soo Jin Na" userId="1cfde9e267cde1a7" providerId="LiveId" clId="{5CFFE2C1-6D58-4B1F-9DA1-15AE864EF5EA}" dt="2026-04-19T11:40:22.438" v="1480"/>
          <ac:spMkLst>
            <pc:docMk/>
            <pc:sldMk cId="2183632816" sldId="257"/>
            <ac:spMk id="83" creationId="{0D05DAE7-5313-FDA0-B8EA-5DFD0976E6DD}"/>
          </ac:spMkLst>
        </pc:spChg>
        <pc:spChg chg="mod">
          <ac:chgData name="Soo Jin Na" userId="1cfde9e267cde1a7" providerId="LiveId" clId="{5CFFE2C1-6D58-4B1F-9DA1-15AE864EF5EA}" dt="2026-04-19T11:40:28.532" v="1487" actId="14100"/>
          <ac:spMkLst>
            <pc:docMk/>
            <pc:sldMk cId="2183632816" sldId="257"/>
            <ac:spMk id="84" creationId="{3BEF49A2-C974-106B-50F7-8E661E77E465}"/>
          </ac:spMkLst>
        </pc:spChg>
        <pc:spChg chg="mod">
          <ac:chgData name="Soo Jin Na" userId="1cfde9e267cde1a7" providerId="LiveId" clId="{5CFFE2C1-6D58-4B1F-9DA1-15AE864EF5EA}" dt="2026-04-19T11:40:40.758" v="1495"/>
          <ac:spMkLst>
            <pc:docMk/>
            <pc:sldMk cId="2183632816" sldId="257"/>
            <ac:spMk id="85" creationId="{5C29D4E4-F6A5-B93D-2E85-3176E2A393FF}"/>
          </ac:spMkLst>
        </pc:spChg>
        <pc:spChg chg="mod">
          <ac:chgData name="Soo Jin Na" userId="1cfde9e267cde1a7" providerId="LiveId" clId="{5CFFE2C1-6D58-4B1F-9DA1-15AE864EF5EA}" dt="2026-04-19T11:40:51.734" v="1503"/>
          <ac:spMkLst>
            <pc:docMk/>
            <pc:sldMk cId="2183632816" sldId="257"/>
            <ac:spMk id="86" creationId="{76701AF3-29A9-4DAB-4D19-FB5C178DB3D9}"/>
          </ac:spMkLst>
        </pc:spChg>
        <pc:spChg chg="mod">
          <ac:chgData name="Soo Jin Na" userId="1cfde9e267cde1a7" providerId="LiveId" clId="{5CFFE2C1-6D58-4B1F-9DA1-15AE864EF5EA}" dt="2026-04-19T11:31:46.816" v="1263"/>
          <ac:spMkLst>
            <pc:docMk/>
            <pc:sldMk cId="2183632816" sldId="257"/>
            <ac:spMk id="94" creationId="{BB0D3B46-ECDB-B923-3D9D-1C96390DFC2A}"/>
          </ac:spMkLst>
        </pc:spChg>
        <pc:spChg chg="mod">
          <ac:chgData name="Soo Jin Na" userId="1cfde9e267cde1a7" providerId="LiveId" clId="{5CFFE2C1-6D58-4B1F-9DA1-15AE864EF5EA}" dt="2026-04-19T11:31:46.816" v="1263"/>
          <ac:spMkLst>
            <pc:docMk/>
            <pc:sldMk cId="2183632816" sldId="257"/>
            <ac:spMk id="95" creationId="{C8FC7DB3-42A4-36C7-A417-532AF1830D01}"/>
          </ac:spMkLst>
        </pc:spChg>
        <pc:spChg chg="mod">
          <ac:chgData name="Soo Jin Na" userId="1cfde9e267cde1a7" providerId="LiveId" clId="{5CFFE2C1-6D58-4B1F-9DA1-15AE864EF5EA}" dt="2026-04-19T11:31:57.183" v="1264"/>
          <ac:spMkLst>
            <pc:docMk/>
            <pc:sldMk cId="2183632816" sldId="257"/>
            <ac:spMk id="98" creationId="{905C2F5A-826A-EFD9-D8FC-333AE24910C8}"/>
          </ac:spMkLst>
        </pc:spChg>
        <pc:spChg chg="mod">
          <ac:chgData name="Soo Jin Na" userId="1cfde9e267cde1a7" providerId="LiveId" clId="{5CFFE2C1-6D58-4B1F-9DA1-15AE864EF5EA}" dt="2026-04-19T11:31:57.183" v="1264"/>
          <ac:spMkLst>
            <pc:docMk/>
            <pc:sldMk cId="2183632816" sldId="257"/>
            <ac:spMk id="103" creationId="{C52D78BD-0F7D-FDC4-31CD-003FD35B48F0}"/>
          </ac:spMkLst>
        </pc:spChg>
        <pc:spChg chg="mod">
          <ac:chgData name="Soo Jin Na" userId="1cfde9e267cde1a7" providerId="LiveId" clId="{5CFFE2C1-6D58-4B1F-9DA1-15AE864EF5EA}" dt="2026-04-19T11:31:57.183" v="1264"/>
          <ac:spMkLst>
            <pc:docMk/>
            <pc:sldMk cId="2183632816" sldId="257"/>
            <ac:spMk id="108" creationId="{AF9601F4-C92E-B60C-1EE1-3FA6664DCB44}"/>
          </ac:spMkLst>
        </pc:spChg>
        <pc:spChg chg="mod">
          <ac:chgData name="Soo Jin Na" userId="1cfde9e267cde1a7" providerId="LiveId" clId="{5CFFE2C1-6D58-4B1F-9DA1-15AE864EF5EA}" dt="2026-04-19T11:31:57.183" v="1264"/>
          <ac:spMkLst>
            <pc:docMk/>
            <pc:sldMk cId="2183632816" sldId="257"/>
            <ac:spMk id="111" creationId="{63B927FD-1625-213A-783F-D6DDE548EBE3}"/>
          </ac:spMkLst>
        </pc:spChg>
        <pc:spChg chg="mod">
          <ac:chgData name="Soo Jin Na" userId="1cfde9e267cde1a7" providerId="LiveId" clId="{5CFFE2C1-6D58-4B1F-9DA1-15AE864EF5EA}" dt="2026-04-19T11:31:57.183" v="1264"/>
          <ac:spMkLst>
            <pc:docMk/>
            <pc:sldMk cId="2183632816" sldId="257"/>
            <ac:spMk id="114" creationId="{AEBCB53D-BDB0-6642-DA87-C171C25B2CC2}"/>
          </ac:spMkLst>
        </pc:spChg>
        <pc:spChg chg="mod">
          <ac:chgData name="Soo Jin Na" userId="1cfde9e267cde1a7" providerId="LiveId" clId="{5CFFE2C1-6D58-4B1F-9DA1-15AE864EF5EA}" dt="2026-04-19T11:31:57.183" v="1264"/>
          <ac:spMkLst>
            <pc:docMk/>
            <pc:sldMk cId="2183632816" sldId="257"/>
            <ac:spMk id="115" creationId="{28010C4D-E4F0-880A-841B-528353B3E216}"/>
          </ac:spMkLst>
        </pc:spChg>
        <pc:spChg chg="mod">
          <ac:chgData name="Soo Jin Na" userId="1cfde9e267cde1a7" providerId="LiveId" clId="{5CFFE2C1-6D58-4B1F-9DA1-15AE864EF5EA}" dt="2026-04-19T11:31:57.183" v="1264"/>
          <ac:spMkLst>
            <pc:docMk/>
            <pc:sldMk cId="2183632816" sldId="257"/>
            <ac:spMk id="119" creationId="{8543EDF7-6001-9E4E-4447-E5CFB72A98B0}"/>
          </ac:spMkLst>
        </pc:spChg>
        <pc:spChg chg="mod">
          <ac:chgData name="Soo Jin Na" userId="1cfde9e267cde1a7" providerId="LiveId" clId="{5CFFE2C1-6D58-4B1F-9DA1-15AE864EF5EA}" dt="2026-04-19T11:31:57.183" v="1264"/>
          <ac:spMkLst>
            <pc:docMk/>
            <pc:sldMk cId="2183632816" sldId="257"/>
            <ac:spMk id="129" creationId="{E7158EEA-0102-D3AA-5C96-3C4B2B9E8075}"/>
          </ac:spMkLst>
        </pc:spChg>
        <pc:spChg chg="mod">
          <ac:chgData name="Soo Jin Na" userId="1cfde9e267cde1a7" providerId="LiveId" clId="{5CFFE2C1-6D58-4B1F-9DA1-15AE864EF5EA}" dt="2026-04-19T11:31:57.183" v="1264"/>
          <ac:spMkLst>
            <pc:docMk/>
            <pc:sldMk cId="2183632816" sldId="257"/>
            <ac:spMk id="131" creationId="{507B2EE6-6331-1E3B-080A-7F7BD7E3630C}"/>
          </ac:spMkLst>
        </pc:spChg>
        <pc:spChg chg="mod">
          <ac:chgData name="Soo Jin Na" userId="1cfde9e267cde1a7" providerId="LiveId" clId="{5CFFE2C1-6D58-4B1F-9DA1-15AE864EF5EA}" dt="2026-04-19T11:31:57.183" v="1264"/>
          <ac:spMkLst>
            <pc:docMk/>
            <pc:sldMk cId="2183632816" sldId="257"/>
            <ac:spMk id="149" creationId="{06A29ABD-80BF-9ED3-A15C-CDC11B58E317}"/>
          </ac:spMkLst>
        </pc:spChg>
        <pc:grpChg chg="mod">
          <ac:chgData name="Soo Jin Na" userId="1cfde9e267cde1a7" providerId="LiveId" clId="{5CFFE2C1-6D58-4B1F-9DA1-15AE864EF5EA}" dt="2026-04-19T11:34:17.701" v="1269" actId="1076"/>
          <ac:grpSpMkLst>
            <pc:docMk/>
            <pc:sldMk cId="2183632816" sldId="257"/>
            <ac:grpSpMk id="87" creationId="{A5AEEF37-D211-10BD-67DE-1F68FB5F3B70}"/>
          </ac:grpSpMkLst>
        </pc:grpChg>
        <pc:grpChg chg="del mod">
          <ac:chgData name="Soo Jin Na" userId="1cfde9e267cde1a7" providerId="LiveId" clId="{5CFFE2C1-6D58-4B1F-9DA1-15AE864EF5EA}" dt="2026-04-19T11:37:55.773" v="1445" actId="478"/>
          <ac:grpSpMkLst>
            <pc:docMk/>
            <pc:sldMk cId="2183632816" sldId="257"/>
            <ac:grpSpMk id="96" creationId="{7CE7DA3A-10AC-4F6A-9852-52966628B01C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686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84A4C-8ED7-DEE6-4C67-9F1B111F4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B1C4C2-DC52-E42F-732F-544241A2F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23C8C7-C89F-13CB-843C-CFF9757B1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B38E2-AC65-7BFD-74A1-D7BB963E9D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449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그룹 86">
            <a:extLst>
              <a:ext uri="{FF2B5EF4-FFF2-40B4-BE49-F238E27FC236}">
                <a16:creationId xmlns:a16="http://schemas.microsoft.com/office/drawing/2014/main" id="{1F0FD1B3-821F-8124-65AF-DD219B81C436}"/>
              </a:ext>
            </a:extLst>
          </p:cNvPr>
          <p:cNvGrpSpPr/>
          <p:nvPr/>
        </p:nvGrpSpPr>
        <p:grpSpPr>
          <a:xfrm>
            <a:off x="502920" y="-82135"/>
            <a:ext cx="7362494" cy="6945391"/>
            <a:chOff x="502920" y="-82135"/>
            <a:chExt cx="7362494" cy="6945391"/>
          </a:xfrm>
        </p:grpSpPr>
        <p:sp>
          <p:nvSpPr>
            <p:cNvPr id="5" name="Shape 3"/>
            <p:cNvSpPr/>
            <p:nvPr/>
          </p:nvSpPr>
          <p:spPr>
            <a:xfrm>
              <a:off x="502920" y="1109055"/>
              <a:ext cx="3096000" cy="648000"/>
            </a:xfrm>
            <a:prstGeom prst="rect">
              <a:avLst/>
            </a:prstGeom>
            <a:solidFill>
              <a:srgbClr val="BEDAFF">
                <a:alpha val="20000"/>
              </a:srgbClr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144000" rIns="108000" bIns="144000" anchor="ctr" anchorCtr="0">
              <a:noAutofit/>
            </a:bodyPr>
            <a:lstStyle/>
            <a:p>
              <a:pPr algn="ctr"/>
              <a:r>
                <a:rPr lang="en-US" altLang="ko-KR" sz="1200" b="1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Drainage line chattering?</a:t>
              </a:r>
              <a:endParaRPr lang="en-US" altLang="ko-KR" sz="1200" b="1" dirty="0">
                <a:latin typeface="Outfit" pitchFamily="2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3598920" y="1433055"/>
              <a:ext cx="1152000" cy="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 w="lg" len="med"/>
            </a:ln>
          </p:spPr>
          <p:txBody>
            <a:bodyPr/>
            <a:lstStyle/>
            <a:p>
              <a:endParaRPr lang="ko-KR" altLang="en-US" b="1"/>
            </a:p>
          </p:txBody>
        </p:sp>
        <p:sp>
          <p:nvSpPr>
            <p:cNvPr id="8" name="Text 6"/>
            <p:cNvSpPr/>
            <p:nvPr/>
          </p:nvSpPr>
          <p:spPr>
            <a:xfrm>
              <a:off x="3946320" y="1203974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555555"/>
                  </a:solidFill>
                  <a:latin typeface="Outfit" pitchFamily="34" charset="0"/>
                  <a:ea typeface="Outfit" pitchFamily="34" charset="-122"/>
                  <a:cs typeface="Outfit" pitchFamily="34" charset="-120"/>
                </a:rPr>
                <a:t>Yes</a:t>
              </a:r>
              <a:endParaRPr lang="en-US" sz="1200" b="1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769414" y="929055"/>
              <a:ext cx="3096000" cy="1008000"/>
            </a:xfrm>
            <a:prstGeom prst="rect">
              <a:avLst/>
            </a:prstGeom>
            <a:solidFill>
              <a:srgbClr val="8CBAFF"/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72000" rIns="72000" bIns="72000" anchor="ctr" anchorCtr="0">
              <a:noAutofit/>
            </a:bodyPr>
            <a:lstStyle/>
            <a:p>
              <a:pPr marL="144000" indent="-360000">
                <a:lnSpc>
                  <a:spcPct val="110000"/>
                </a:lnSpc>
              </a:pPr>
              <a:r>
                <a:rPr lang="en-US" altLang="ko-KR" sz="1200" b="1" dirty="0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Evaluate for</a:t>
              </a:r>
              <a:endParaRPr lang="en-US" altLang="ko-KR" sz="1200" b="1" dirty="0">
                <a:latin typeface="Outfit" pitchFamily="2" charset="0"/>
              </a:endParaRPr>
            </a:p>
            <a:p>
              <a:pPr marL="144000" indent="-360000">
                <a:lnSpc>
                  <a:spcPct val="110000"/>
                </a:lnSpc>
              </a:pPr>
              <a:r>
                <a:rPr lang="en-US" altLang="ko-KR" sz="1200" b="1" dirty="0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- hypovolemia</a:t>
              </a:r>
              <a:endParaRPr lang="en-US" altLang="ko-KR" sz="1200" b="1" dirty="0">
                <a:latin typeface="Outfit" pitchFamily="2" charset="0"/>
              </a:endParaRPr>
            </a:p>
            <a:p>
              <a:pPr marL="144000" indent="-360000">
                <a:lnSpc>
                  <a:spcPct val="110000"/>
                </a:lnSpc>
              </a:pPr>
              <a:r>
                <a:rPr lang="en-US" altLang="ko-KR" sz="1200" b="1" dirty="0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- cannula malposition/obstruction</a:t>
              </a:r>
              <a:endParaRPr lang="en-US" altLang="ko-KR" sz="1200" b="1" dirty="0">
                <a:latin typeface="Outfit" pitchFamily="2" charset="0"/>
              </a:endParaRPr>
            </a:p>
            <a:p>
              <a:pPr marL="144000" indent="-360000">
                <a:lnSpc>
                  <a:spcPct val="110000"/>
                </a:lnSpc>
              </a:pPr>
              <a:r>
                <a:rPr lang="en-US" altLang="ko-KR" sz="1200" b="1" dirty="0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- tension PTX, cardiac tamponade</a:t>
              </a:r>
              <a:endParaRPr lang="en-US" altLang="ko-KR" sz="1200" b="1" dirty="0">
                <a:latin typeface="Outfit" pitchFamily="2" charset="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2050920" y="1753214"/>
              <a:ext cx="0" cy="432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 w="lg" len="med"/>
            </a:ln>
          </p:spPr>
          <p:txBody>
            <a:bodyPr/>
            <a:lstStyle/>
            <a:p>
              <a:endParaRPr lang="ko-KR" altLang="en-US" sz="1200" b="1">
                <a:latin typeface="Outfit" pitchFamily="2" charset="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2197840" y="1879214"/>
              <a:ext cx="457200" cy="18000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555555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No</a:t>
              </a:r>
              <a:endParaRPr lang="en-US" sz="1200" b="1" dirty="0">
                <a:latin typeface="Outfit" pitchFamily="2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2050920" y="2861655"/>
              <a:ext cx="0" cy="27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 w="lg" len="med"/>
            </a:ln>
          </p:spPr>
          <p:txBody>
            <a:bodyPr/>
            <a:lstStyle/>
            <a:p>
              <a:endParaRPr lang="ko-KR" altLang="en-US" sz="1200" b="1">
                <a:latin typeface="Outfit" pitchFamily="2" charset="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2050920" y="3768346"/>
              <a:ext cx="0" cy="36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 w="lg" len="med"/>
            </a:ln>
          </p:spPr>
          <p:txBody>
            <a:bodyPr/>
            <a:lstStyle/>
            <a:p>
              <a:endParaRPr lang="ko-KR" altLang="en-US" sz="1200" b="1">
                <a:latin typeface="Outfit" pitchFamily="2" charset="0"/>
              </a:endParaRPr>
            </a:p>
          </p:txBody>
        </p:sp>
        <p:sp>
          <p:nvSpPr>
            <p:cNvPr id="40" name="Shape 38"/>
            <p:cNvSpPr/>
            <p:nvPr/>
          </p:nvSpPr>
          <p:spPr>
            <a:xfrm>
              <a:off x="2050920" y="4775912"/>
              <a:ext cx="0" cy="36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 w="lg" len="med"/>
            </a:ln>
          </p:spPr>
          <p:txBody>
            <a:bodyPr/>
            <a:lstStyle/>
            <a:p>
              <a:endParaRPr lang="ko-KR" altLang="en-US" sz="1200" b="1">
                <a:latin typeface="Outfit" pitchFamily="2" charset="0"/>
              </a:endParaRPr>
            </a:p>
          </p:txBody>
        </p:sp>
        <p:sp>
          <p:nvSpPr>
            <p:cNvPr id="47" name="Shape 45"/>
            <p:cNvSpPr/>
            <p:nvPr/>
          </p:nvSpPr>
          <p:spPr>
            <a:xfrm>
              <a:off x="2050920" y="5783478"/>
              <a:ext cx="0" cy="36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 w="lg" len="med"/>
            </a:ln>
          </p:spPr>
          <p:txBody>
            <a:bodyPr/>
            <a:lstStyle/>
            <a:p>
              <a:endParaRPr lang="ko-KR" altLang="en-US" sz="1200" b="1" dirty="0">
                <a:latin typeface="Outfit" pitchFamily="2" charset="0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502920" y="2196996"/>
              <a:ext cx="3096000" cy="648000"/>
            </a:xfrm>
            <a:prstGeom prst="rect">
              <a:avLst/>
            </a:prstGeom>
            <a:solidFill>
              <a:srgbClr val="BEDAFF">
                <a:alpha val="20000"/>
              </a:srgbClr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144000" rIns="108000" bIns="144000" anchor="ctr" anchorCtr="0">
              <a:noAutofit/>
            </a:bodyPr>
            <a:lstStyle/>
            <a:p>
              <a:pPr algn="ctr"/>
              <a:r>
                <a:rPr lang="en-US" altLang="ko-KR" sz="1200" b="1" dirty="0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Any recent change to </a:t>
              </a:r>
            </a:p>
            <a:p>
              <a:pPr algn="ctr"/>
              <a:r>
                <a:rPr lang="en-US" altLang="ko-KR" sz="1200" b="1" dirty="0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ECMO or ventilator settings?</a:t>
              </a:r>
              <a:endParaRPr lang="en-US" altLang="ko-KR" sz="1200" b="1" dirty="0">
                <a:latin typeface="Outfit" pitchFamily="2" charset="0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4769414" y="2196996"/>
              <a:ext cx="3096000" cy="648000"/>
            </a:xfrm>
            <a:prstGeom prst="rect">
              <a:avLst/>
            </a:prstGeom>
            <a:solidFill>
              <a:srgbClr val="8CBAFF"/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72000" rIns="72000" bIns="72000" anchor="ctr" anchorCtr="0">
              <a:noAutofit/>
            </a:bodyPr>
            <a:lstStyle/>
            <a:p>
              <a:pPr marL="144000" indent="-360000">
                <a:lnSpc>
                  <a:spcPct val="110000"/>
                </a:lnSpc>
              </a:pPr>
              <a:r>
                <a:rPr lang="en-US" altLang="ko-KR" sz="1200" b="1" dirty="0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Adjust ventilator or ECMO setting as appropriate</a:t>
              </a:r>
              <a:endParaRPr lang="en-US" altLang="ko-KR" sz="1200" b="1" dirty="0">
                <a:latin typeface="Outfit" pitchFamily="2" charset="0"/>
              </a:endParaRPr>
            </a:p>
          </p:txBody>
        </p:sp>
        <p:sp>
          <p:nvSpPr>
            <p:cNvPr id="58" name="Shape 5">
              <a:extLst>
                <a:ext uri="{FF2B5EF4-FFF2-40B4-BE49-F238E27FC236}">
                  <a16:creationId xmlns:a16="http://schemas.microsoft.com/office/drawing/2014/main" id="{A25164A9-914A-85AE-F7D4-8FA3B9B547C7}"/>
                </a:ext>
              </a:extLst>
            </p:cNvPr>
            <p:cNvSpPr/>
            <p:nvPr/>
          </p:nvSpPr>
          <p:spPr>
            <a:xfrm>
              <a:off x="3598920" y="2520996"/>
              <a:ext cx="1152000" cy="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 w="lg" len="med"/>
            </a:ln>
          </p:spPr>
          <p:txBody>
            <a:bodyPr/>
            <a:lstStyle/>
            <a:p>
              <a:endParaRPr lang="ko-KR" altLang="en-US" b="1"/>
            </a:p>
          </p:txBody>
        </p:sp>
        <p:sp>
          <p:nvSpPr>
            <p:cNvPr id="59" name="Text 6">
              <a:extLst>
                <a:ext uri="{FF2B5EF4-FFF2-40B4-BE49-F238E27FC236}">
                  <a16:creationId xmlns:a16="http://schemas.microsoft.com/office/drawing/2014/main" id="{1410B020-C387-6A3E-62F8-9720C4785A93}"/>
                </a:ext>
              </a:extLst>
            </p:cNvPr>
            <p:cNvSpPr/>
            <p:nvPr/>
          </p:nvSpPr>
          <p:spPr>
            <a:xfrm>
              <a:off x="3946320" y="2313539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555555"/>
                  </a:solidFill>
                  <a:latin typeface="Outfit" pitchFamily="34" charset="0"/>
                  <a:ea typeface="Outfit" pitchFamily="34" charset="-122"/>
                  <a:cs typeface="Outfit" pitchFamily="34" charset="-120"/>
                </a:rPr>
                <a:t>Yes</a:t>
              </a:r>
              <a:endParaRPr lang="en-US" sz="1200" b="1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02920" y="3129561"/>
              <a:ext cx="3096000" cy="648000"/>
            </a:xfrm>
            <a:prstGeom prst="rect">
              <a:avLst/>
            </a:prstGeom>
            <a:solidFill>
              <a:srgbClr val="BEDAFF">
                <a:alpha val="20000"/>
              </a:srgbClr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144000" rIns="108000" bIns="144000" anchor="ctr" anchorCtr="0">
              <a:noAutofit/>
            </a:bodyPr>
            <a:lstStyle/>
            <a:p>
              <a:pPr algn="ctr"/>
              <a:r>
                <a:rPr lang="en-US" altLang="ko-KR" sz="1200" b="1" dirty="0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Check color of return line: </a:t>
              </a:r>
            </a:p>
            <a:p>
              <a:pPr algn="ctr"/>
              <a:r>
                <a:rPr lang="en-US" altLang="ko-KR" sz="1200" b="1" dirty="0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same as drainage line?</a:t>
              </a:r>
              <a:endParaRPr lang="en-US" altLang="ko-KR" sz="1200" b="1" dirty="0">
                <a:latin typeface="Outfit" pitchFamily="2" charset="0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4769414" y="3129561"/>
              <a:ext cx="3096000" cy="648000"/>
            </a:xfrm>
            <a:prstGeom prst="rect">
              <a:avLst/>
            </a:prstGeom>
            <a:solidFill>
              <a:srgbClr val="8CBAFF"/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72000" rIns="72000" bIns="72000" anchor="ctr" anchorCtr="0">
              <a:noAutofit/>
            </a:bodyPr>
            <a:lstStyle/>
            <a:p>
              <a:pPr marL="144000" indent="-360000">
                <a:lnSpc>
                  <a:spcPct val="110000"/>
                </a:lnSpc>
              </a:pPr>
              <a:r>
                <a:rPr lang="en-US" altLang="ko-KR" sz="1200" b="1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1. Return line blood gas analysis</a:t>
              </a:r>
              <a:endParaRPr lang="en-US" altLang="ko-KR" sz="1200" b="1">
                <a:latin typeface="Outfit" pitchFamily="2" charset="0"/>
              </a:endParaRPr>
            </a:p>
            <a:p>
              <a:pPr marL="144000" indent="-360000">
                <a:lnSpc>
                  <a:spcPct val="110000"/>
                </a:lnSpc>
              </a:pPr>
              <a:r>
                <a:rPr lang="en-US" altLang="ko-KR" sz="1200" b="1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2. Change oxygenator</a:t>
              </a:r>
              <a:endParaRPr lang="en-US" altLang="ko-KR" sz="1200" b="1" dirty="0">
                <a:latin typeface="Outfit" pitchFamily="2" charset="0"/>
              </a:endParaRPr>
            </a:p>
          </p:txBody>
        </p:sp>
        <p:sp>
          <p:nvSpPr>
            <p:cNvPr id="61" name="Shape 5">
              <a:extLst>
                <a:ext uri="{FF2B5EF4-FFF2-40B4-BE49-F238E27FC236}">
                  <a16:creationId xmlns:a16="http://schemas.microsoft.com/office/drawing/2014/main" id="{DF6C3EE4-1294-7B05-B204-F229256F7BDD}"/>
                </a:ext>
              </a:extLst>
            </p:cNvPr>
            <p:cNvSpPr/>
            <p:nvPr/>
          </p:nvSpPr>
          <p:spPr>
            <a:xfrm>
              <a:off x="3598920" y="3453561"/>
              <a:ext cx="1152000" cy="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 w="lg" len="med"/>
            </a:ln>
          </p:spPr>
          <p:txBody>
            <a:bodyPr/>
            <a:lstStyle/>
            <a:p>
              <a:endParaRPr lang="ko-KR" altLang="en-US" b="1"/>
            </a:p>
          </p:txBody>
        </p:sp>
        <p:sp>
          <p:nvSpPr>
            <p:cNvPr id="62" name="Text 6">
              <a:extLst>
                <a:ext uri="{FF2B5EF4-FFF2-40B4-BE49-F238E27FC236}">
                  <a16:creationId xmlns:a16="http://schemas.microsoft.com/office/drawing/2014/main" id="{4A116E6B-5CC9-B0B0-A7C5-D83B5227EDBB}"/>
                </a:ext>
              </a:extLst>
            </p:cNvPr>
            <p:cNvSpPr/>
            <p:nvPr/>
          </p:nvSpPr>
          <p:spPr>
            <a:xfrm>
              <a:off x="3946320" y="3243104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555555"/>
                  </a:solidFill>
                  <a:latin typeface="Outfit" pitchFamily="34" charset="0"/>
                  <a:ea typeface="Outfit" pitchFamily="34" charset="-122"/>
                  <a:cs typeface="Outfit" pitchFamily="34" charset="-120"/>
                </a:rPr>
                <a:t>Yes</a:t>
              </a:r>
              <a:endParaRPr lang="en-US" sz="1200" b="1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502920" y="4140125"/>
              <a:ext cx="3096000" cy="648000"/>
            </a:xfrm>
            <a:prstGeom prst="rect">
              <a:avLst/>
            </a:prstGeom>
            <a:solidFill>
              <a:srgbClr val="BEDAFF">
                <a:alpha val="20000"/>
              </a:srgbClr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36000" tIns="144000" rIns="36000" bIns="144000" anchor="ctr" anchorCtr="0">
              <a:noAutofit/>
            </a:bodyPr>
            <a:lstStyle/>
            <a:p>
              <a:pPr algn="ctr"/>
              <a:r>
                <a:rPr lang="en-US" altLang="ko-KR" sz="1200" b="1" dirty="0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Increased CO?</a:t>
              </a:r>
              <a:endParaRPr lang="en-US" altLang="ko-KR" sz="1200" b="1" dirty="0">
                <a:latin typeface="Outfit" pitchFamily="2" charset="0"/>
              </a:endParaRPr>
            </a:p>
            <a:p>
              <a:pPr algn="ctr"/>
              <a:r>
                <a:rPr lang="en-US" altLang="ko-KR" sz="1200" b="1" dirty="0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e.g. fever, tachycardia, agitation/delirium</a:t>
              </a:r>
              <a:endParaRPr lang="en-US" altLang="ko-KR" sz="1200" b="1" dirty="0">
                <a:latin typeface="Outfit" pitchFamily="2" charset="0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4769414" y="4068125"/>
              <a:ext cx="3096000" cy="792000"/>
            </a:xfrm>
            <a:prstGeom prst="rect">
              <a:avLst/>
            </a:prstGeom>
            <a:solidFill>
              <a:srgbClr val="8CBAFF"/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72000" rIns="72000" bIns="72000" anchor="ctr" anchorCtr="0">
              <a:noAutofit/>
            </a:bodyPr>
            <a:lstStyle/>
            <a:p>
              <a:pPr marL="144000" indent="-360000">
                <a:lnSpc>
                  <a:spcPct val="110000"/>
                </a:lnSpc>
              </a:pPr>
              <a:r>
                <a:rPr lang="en-US" altLang="ko-KR" sz="1200" b="1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1. Treat any fever/pain</a:t>
              </a:r>
              <a:endParaRPr lang="en-US" altLang="ko-KR" sz="1200" b="1">
                <a:latin typeface="Outfit" pitchFamily="2" charset="0"/>
              </a:endParaRPr>
            </a:p>
            <a:p>
              <a:pPr marL="144000" indent="-360000">
                <a:lnSpc>
                  <a:spcPct val="110000"/>
                </a:lnSpc>
              </a:pPr>
              <a:r>
                <a:rPr lang="en-US" altLang="ko-KR" sz="1200" b="1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2. Consider sedation, paralysis, beta-blockade</a:t>
              </a:r>
              <a:endParaRPr lang="en-US" altLang="ko-KR" sz="1200" b="1" dirty="0">
                <a:latin typeface="Outfit" pitchFamily="2" charset="0"/>
              </a:endParaRPr>
            </a:p>
          </p:txBody>
        </p:sp>
        <p:sp>
          <p:nvSpPr>
            <p:cNvPr id="64" name="Shape 5">
              <a:extLst>
                <a:ext uri="{FF2B5EF4-FFF2-40B4-BE49-F238E27FC236}">
                  <a16:creationId xmlns:a16="http://schemas.microsoft.com/office/drawing/2014/main" id="{A8DDB975-EAE3-A065-C9EF-528A73650090}"/>
                </a:ext>
              </a:extLst>
            </p:cNvPr>
            <p:cNvSpPr/>
            <p:nvPr/>
          </p:nvSpPr>
          <p:spPr>
            <a:xfrm>
              <a:off x="3598920" y="4464125"/>
              <a:ext cx="1152000" cy="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 w="lg" len="med"/>
            </a:ln>
          </p:spPr>
          <p:txBody>
            <a:bodyPr/>
            <a:lstStyle/>
            <a:p>
              <a:endParaRPr lang="ko-KR" altLang="en-US" b="1"/>
            </a:p>
          </p:txBody>
        </p:sp>
        <p:sp>
          <p:nvSpPr>
            <p:cNvPr id="65" name="Text 6">
              <a:extLst>
                <a:ext uri="{FF2B5EF4-FFF2-40B4-BE49-F238E27FC236}">
                  <a16:creationId xmlns:a16="http://schemas.microsoft.com/office/drawing/2014/main" id="{D12335E7-FE4B-E422-1BD4-B95B70CEAADE}"/>
                </a:ext>
              </a:extLst>
            </p:cNvPr>
            <p:cNvSpPr/>
            <p:nvPr/>
          </p:nvSpPr>
          <p:spPr>
            <a:xfrm>
              <a:off x="3946320" y="4244669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555555"/>
                  </a:solidFill>
                  <a:latin typeface="Outfit" pitchFamily="34" charset="0"/>
                  <a:ea typeface="Outfit" pitchFamily="34" charset="-122"/>
                  <a:cs typeface="Outfit" pitchFamily="34" charset="-120"/>
                </a:rPr>
                <a:t>Yes</a:t>
              </a:r>
              <a:endParaRPr lang="en-US" sz="1200" b="1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502920" y="5138692"/>
              <a:ext cx="3096000" cy="648000"/>
            </a:xfrm>
            <a:prstGeom prst="rect">
              <a:avLst/>
            </a:prstGeom>
            <a:solidFill>
              <a:srgbClr val="BEDAFF">
                <a:alpha val="20000"/>
              </a:srgbClr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144000" rIns="108000" bIns="144000" anchor="ctr" anchorCtr="0">
              <a:noAutofit/>
            </a:bodyPr>
            <a:lstStyle/>
            <a:p>
              <a:pPr algn="ctr"/>
              <a:r>
                <a:rPr lang="en-US" altLang="ko-KR" sz="1200" b="1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Worsened native lung function?</a:t>
              </a:r>
              <a:endParaRPr lang="en-US" altLang="ko-KR" sz="1200" b="1" dirty="0">
                <a:latin typeface="Outfit" pitchFamily="2" charset="0"/>
              </a:endParaRPr>
            </a:p>
          </p:txBody>
        </p:sp>
        <p:sp>
          <p:nvSpPr>
            <p:cNvPr id="45" name="Shape 43"/>
            <p:cNvSpPr/>
            <p:nvPr/>
          </p:nvSpPr>
          <p:spPr>
            <a:xfrm>
              <a:off x="4769414" y="5138692"/>
              <a:ext cx="3096000" cy="648000"/>
            </a:xfrm>
            <a:prstGeom prst="rect">
              <a:avLst/>
            </a:prstGeom>
            <a:solidFill>
              <a:srgbClr val="8CBAFF"/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72000" rIns="72000" bIns="72000" anchor="ctr" anchorCtr="0">
              <a:noAutofit/>
            </a:bodyPr>
            <a:lstStyle/>
            <a:p>
              <a:pPr marL="144000" indent="-360000">
                <a:lnSpc>
                  <a:spcPct val="110000"/>
                </a:lnSpc>
              </a:pPr>
              <a:r>
                <a:rPr lang="en-US" altLang="ko-KR" sz="1200" b="1" dirty="0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1. Lung exam, chest radiograph</a:t>
              </a:r>
              <a:endParaRPr lang="en-US" altLang="ko-KR" sz="1200" b="1" dirty="0">
                <a:latin typeface="Outfit" pitchFamily="2" charset="0"/>
              </a:endParaRPr>
            </a:p>
            <a:p>
              <a:pPr marL="144000" indent="-360000">
                <a:lnSpc>
                  <a:spcPct val="110000"/>
                </a:lnSpc>
              </a:pPr>
              <a:r>
                <a:rPr lang="en-US" altLang="ko-KR" sz="1200" b="1" dirty="0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2. Increase ECMO setting</a:t>
              </a:r>
              <a:endParaRPr lang="en-US" altLang="ko-KR" sz="1200" b="1" dirty="0">
                <a:latin typeface="Outfit" pitchFamily="2" charset="0"/>
              </a:endParaRPr>
            </a:p>
          </p:txBody>
        </p:sp>
        <p:sp>
          <p:nvSpPr>
            <p:cNvPr id="67" name="Shape 5">
              <a:extLst>
                <a:ext uri="{FF2B5EF4-FFF2-40B4-BE49-F238E27FC236}">
                  <a16:creationId xmlns:a16="http://schemas.microsoft.com/office/drawing/2014/main" id="{4E292FA5-E19E-4543-8FF6-5A6B32C92D99}"/>
                </a:ext>
              </a:extLst>
            </p:cNvPr>
            <p:cNvSpPr/>
            <p:nvPr/>
          </p:nvSpPr>
          <p:spPr>
            <a:xfrm>
              <a:off x="3598920" y="5462692"/>
              <a:ext cx="1152000" cy="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 w="lg" len="med"/>
            </a:ln>
          </p:spPr>
          <p:txBody>
            <a:bodyPr/>
            <a:lstStyle/>
            <a:p>
              <a:endParaRPr lang="ko-KR" altLang="en-US" b="1"/>
            </a:p>
          </p:txBody>
        </p:sp>
        <p:sp>
          <p:nvSpPr>
            <p:cNvPr id="68" name="Text 6">
              <a:extLst>
                <a:ext uri="{FF2B5EF4-FFF2-40B4-BE49-F238E27FC236}">
                  <a16:creationId xmlns:a16="http://schemas.microsoft.com/office/drawing/2014/main" id="{1680A7BE-7233-ACAB-B6A4-463F4C4B0497}"/>
                </a:ext>
              </a:extLst>
            </p:cNvPr>
            <p:cNvSpPr/>
            <p:nvPr/>
          </p:nvSpPr>
          <p:spPr>
            <a:xfrm>
              <a:off x="3946320" y="5246234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555555"/>
                  </a:solidFill>
                  <a:latin typeface="Outfit" pitchFamily="34" charset="0"/>
                  <a:ea typeface="Outfit" pitchFamily="34" charset="-122"/>
                  <a:cs typeface="Outfit" pitchFamily="34" charset="-120"/>
                </a:rPr>
                <a:t>Yes</a:t>
              </a:r>
              <a:endParaRPr lang="en-US" sz="1200" b="1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502920" y="6143256"/>
              <a:ext cx="3096000" cy="648000"/>
            </a:xfrm>
            <a:prstGeom prst="rect">
              <a:avLst/>
            </a:prstGeom>
            <a:solidFill>
              <a:srgbClr val="BEDAFF">
                <a:alpha val="20000"/>
              </a:srgbClr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144000" rIns="108000" bIns="144000" anchor="ctr" anchorCtr="0">
              <a:noAutofit/>
            </a:bodyPr>
            <a:lstStyle/>
            <a:p>
              <a:pPr algn="ctr"/>
              <a:r>
                <a:rPr lang="en-US" altLang="ko-KR" sz="1200" b="1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Decreased SvO₂?</a:t>
              </a:r>
              <a:endParaRPr lang="en-US" altLang="ko-KR" sz="1200" b="1" dirty="0">
                <a:latin typeface="Outfit" pitchFamily="2" charset="0"/>
              </a:endParaRPr>
            </a:p>
          </p:txBody>
        </p:sp>
        <p:sp>
          <p:nvSpPr>
            <p:cNvPr id="54" name="Shape 52"/>
            <p:cNvSpPr/>
            <p:nvPr/>
          </p:nvSpPr>
          <p:spPr>
            <a:xfrm>
              <a:off x="4769414" y="6071256"/>
              <a:ext cx="3096000" cy="792000"/>
            </a:xfrm>
            <a:prstGeom prst="rect">
              <a:avLst/>
            </a:prstGeom>
            <a:solidFill>
              <a:srgbClr val="8CBAFF"/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72000" rIns="72000" bIns="72000" anchor="ctr" anchorCtr="0">
              <a:noAutofit/>
            </a:bodyPr>
            <a:lstStyle/>
            <a:p>
              <a:pPr marL="144000" indent="-360000">
                <a:lnSpc>
                  <a:spcPct val="110000"/>
                </a:lnSpc>
              </a:pPr>
              <a:r>
                <a:rPr lang="en-US" altLang="ko-KR" sz="1200" b="1" dirty="0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1. Evaluate for sepsis, cardiac failure, anemia</a:t>
              </a:r>
              <a:endParaRPr lang="en-US" altLang="ko-KR" sz="1200" b="1" dirty="0">
                <a:latin typeface="Outfit" pitchFamily="2" charset="0"/>
              </a:endParaRPr>
            </a:p>
            <a:p>
              <a:pPr marL="144000" indent="-360000">
                <a:lnSpc>
                  <a:spcPct val="110000"/>
                </a:lnSpc>
              </a:pPr>
              <a:r>
                <a:rPr lang="en-US" altLang="ko-KR" sz="1200" b="1" dirty="0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2. Increase ECMO setting</a:t>
              </a:r>
              <a:endParaRPr lang="en-US" altLang="ko-KR" sz="1200" b="1" dirty="0">
                <a:latin typeface="Outfit" pitchFamily="2" charset="0"/>
              </a:endParaRPr>
            </a:p>
          </p:txBody>
        </p:sp>
        <p:sp>
          <p:nvSpPr>
            <p:cNvPr id="70" name="Shape 5">
              <a:extLst>
                <a:ext uri="{FF2B5EF4-FFF2-40B4-BE49-F238E27FC236}">
                  <a16:creationId xmlns:a16="http://schemas.microsoft.com/office/drawing/2014/main" id="{1AB90896-F0AB-FE98-86C2-CA53112DABA5}"/>
                </a:ext>
              </a:extLst>
            </p:cNvPr>
            <p:cNvSpPr/>
            <p:nvPr/>
          </p:nvSpPr>
          <p:spPr>
            <a:xfrm>
              <a:off x="3598920" y="6467256"/>
              <a:ext cx="1152000" cy="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 w="lg" len="med"/>
            </a:ln>
          </p:spPr>
          <p:txBody>
            <a:bodyPr/>
            <a:lstStyle/>
            <a:p>
              <a:endParaRPr lang="ko-KR" altLang="en-US" b="1"/>
            </a:p>
          </p:txBody>
        </p:sp>
        <p:sp>
          <p:nvSpPr>
            <p:cNvPr id="71" name="Text 6">
              <a:extLst>
                <a:ext uri="{FF2B5EF4-FFF2-40B4-BE49-F238E27FC236}">
                  <a16:creationId xmlns:a16="http://schemas.microsoft.com/office/drawing/2014/main" id="{082E8B3D-AE2A-7B4B-5177-43204D6F0EDA}"/>
                </a:ext>
              </a:extLst>
            </p:cNvPr>
            <p:cNvSpPr/>
            <p:nvPr/>
          </p:nvSpPr>
          <p:spPr>
            <a:xfrm>
              <a:off x="3946320" y="6247800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555555"/>
                  </a:solidFill>
                  <a:latin typeface="Outfit" pitchFamily="34" charset="0"/>
                  <a:ea typeface="Outfit" pitchFamily="34" charset="-122"/>
                  <a:cs typeface="Outfit" pitchFamily="34" charset="-120"/>
                </a:rPr>
                <a:t>Yes</a:t>
              </a:r>
              <a:endParaRPr lang="en-US" sz="1200" b="1" dirty="0"/>
            </a:p>
          </p:txBody>
        </p:sp>
        <p:sp>
          <p:nvSpPr>
            <p:cNvPr id="73" name="Shape 11">
              <a:extLst>
                <a:ext uri="{FF2B5EF4-FFF2-40B4-BE49-F238E27FC236}">
                  <a16:creationId xmlns:a16="http://schemas.microsoft.com/office/drawing/2014/main" id="{73564BD3-93C9-F226-EA1F-C0D58CCEB171}"/>
                </a:ext>
              </a:extLst>
            </p:cNvPr>
            <p:cNvSpPr/>
            <p:nvPr/>
          </p:nvSpPr>
          <p:spPr>
            <a:xfrm>
              <a:off x="2050920" y="637648"/>
              <a:ext cx="0" cy="468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 w="lg" len="med"/>
            </a:ln>
          </p:spPr>
          <p:txBody>
            <a:bodyPr/>
            <a:lstStyle/>
            <a:p>
              <a:endParaRPr lang="ko-KR" altLang="en-US" sz="1200" b="1">
                <a:latin typeface="Outfit" pitchFamily="2" charset="0"/>
              </a:endParaRPr>
            </a:p>
          </p:txBody>
        </p:sp>
        <p:sp>
          <p:nvSpPr>
            <p:cNvPr id="80" name="Shape 0">
              <a:extLst>
                <a:ext uri="{FF2B5EF4-FFF2-40B4-BE49-F238E27FC236}">
                  <a16:creationId xmlns:a16="http://schemas.microsoft.com/office/drawing/2014/main" id="{E053B8E5-F712-54A1-7C17-90961B5E7133}"/>
                </a:ext>
              </a:extLst>
            </p:cNvPr>
            <p:cNvSpPr/>
            <p:nvPr/>
          </p:nvSpPr>
          <p:spPr>
            <a:xfrm>
              <a:off x="502920" y="-82135"/>
              <a:ext cx="3096000" cy="720000"/>
            </a:xfrm>
            <a:prstGeom prst="rect">
              <a:avLst/>
            </a:prstGeom>
            <a:solidFill>
              <a:srgbClr val="1428A0"/>
            </a:solidFill>
            <a:ln w="19050">
              <a:solidFill>
                <a:srgbClr val="1A1A1A"/>
              </a:solidFill>
              <a:prstDash val="solid"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108000" tIns="72000" rIns="108000" bIns="72000" anchor="ctr" anchorCtr="0"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Sudden desaturation </a:t>
              </a:r>
            </a:p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i.e. ≥ 10% </a:t>
              </a:r>
              <a:r>
                <a:rPr lang="en-US" altLang="ko-KR" sz="1200" b="1" dirty="0" err="1">
                  <a:solidFill>
                    <a:schemeClr val="bg1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SaO</a:t>
              </a:r>
              <a:r>
                <a:rPr lang="en-US" altLang="ko-KR" sz="1200" b="1" dirty="0">
                  <a:solidFill>
                    <a:schemeClr val="bg1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₂ decrease from baseline</a:t>
              </a:r>
            </a:p>
          </p:txBody>
        </p:sp>
        <p:sp>
          <p:nvSpPr>
            <p:cNvPr id="83" name="Text 19">
              <a:extLst>
                <a:ext uri="{FF2B5EF4-FFF2-40B4-BE49-F238E27FC236}">
                  <a16:creationId xmlns:a16="http://schemas.microsoft.com/office/drawing/2014/main" id="{E4E3CA5E-E719-D6F6-367A-3B9AE1CE5EC8}"/>
                </a:ext>
              </a:extLst>
            </p:cNvPr>
            <p:cNvSpPr/>
            <p:nvPr/>
          </p:nvSpPr>
          <p:spPr>
            <a:xfrm>
              <a:off x="2197840" y="2906655"/>
              <a:ext cx="457200" cy="18000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555555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No</a:t>
              </a:r>
              <a:endParaRPr lang="en-US" sz="1200" b="1" dirty="0">
                <a:latin typeface="Outfit" pitchFamily="2" charset="0"/>
              </a:endParaRPr>
            </a:p>
          </p:txBody>
        </p:sp>
        <p:sp>
          <p:nvSpPr>
            <p:cNvPr id="84" name="Text 19">
              <a:extLst>
                <a:ext uri="{FF2B5EF4-FFF2-40B4-BE49-F238E27FC236}">
                  <a16:creationId xmlns:a16="http://schemas.microsoft.com/office/drawing/2014/main" id="{EFB900FE-1E74-D81A-FF81-1B9441E85FC4}"/>
                </a:ext>
              </a:extLst>
            </p:cNvPr>
            <p:cNvSpPr/>
            <p:nvPr/>
          </p:nvSpPr>
          <p:spPr>
            <a:xfrm>
              <a:off x="2197840" y="3858346"/>
              <a:ext cx="457200" cy="18000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555555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No</a:t>
              </a:r>
              <a:endParaRPr lang="en-US" sz="1200" b="1" dirty="0">
                <a:latin typeface="Outfit" pitchFamily="2" charset="0"/>
              </a:endParaRPr>
            </a:p>
          </p:txBody>
        </p:sp>
        <p:sp>
          <p:nvSpPr>
            <p:cNvPr id="85" name="Text 19">
              <a:extLst>
                <a:ext uri="{FF2B5EF4-FFF2-40B4-BE49-F238E27FC236}">
                  <a16:creationId xmlns:a16="http://schemas.microsoft.com/office/drawing/2014/main" id="{9A20EC1D-4739-8AAD-3183-FEBD3FD5D9A3}"/>
                </a:ext>
              </a:extLst>
            </p:cNvPr>
            <p:cNvSpPr/>
            <p:nvPr/>
          </p:nvSpPr>
          <p:spPr>
            <a:xfrm>
              <a:off x="2197840" y="4865912"/>
              <a:ext cx="457200" cy="18000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555555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No</a:t>
              </a:r>
              <a:endParaRPr lang="en-US" sz="1200" b="1" dirty="0">
                <a:latin typeface="Outfit" pitchFamily="2" charset="0"/>
              </a:endParaRPr>
            </a:p>
          </p:txBody>
        </p:sp>
        <p:sp>
          <p:nvSpPr>
            <p:cNvPr id="86" name="Text 19">
              <a:extLst>
                <a:ext uri="{FF2B5EF4-FFF2-40B4-BE49-F238E27FC236}">
                  <a16:creationId xmlns:a16="http://schemas.microsoft.com/office/drawing/2014/main" id="{8C02E28E-E08F-A08F-AD35-32932AA798FC}"/>
                </a:ext>
              </a:extLst>
            </p:cNvPr>
            <p:cNvSpPr/>
            <p:nvPr/>
          </p:nvSpPr>
          <p:spPr>
            <a:xfrm>
              <a:off x="2197840" y="5873478"/>
              <a:ext cx="457200" cy="18000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555555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No</a:t>
              </a:r>
              <a:endParaRPr lang="en-US" sz="1200" b="1" dirty="0">
                <a:latin typeface="Outfit" pitchFamily="2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8A6BF-C7D2-B4D2-A9B1-A6FE4BFEB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그룹 86">
            <a:extLst>
              <a:ext uri="{FF2B5EF4-FFF2-40B4-BE49-F238E27FC236}">
                <a16:creationId xmlns:a16="http://schemas.microsoft.com/office/drawing/2014/main" id="{A5AEEF37-D211-10BD-67DE-1F68FB5F3B70}"/>
              </a:ext>
            </a:extLst>
          </p:cNvPr>
          <p:cNvGrpSpPr/>
          <p:nvPr/>
        </p:nvGrpSpPr>
        <p:grpSpPr>
          <a:xfrm>
            <a:off x="502920" y="-82135"/>
            <a:ext cx="7362494" cy="6945391"/>
            <a:chOff x="502920" y="-82135"/>
            <a:chExt cx="7362494" cy="6945391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7A527395-0662-77E8-93E8-3FE1EA4F5FFB}"/>
                </a:ext>
              </a:extLst>
            </p:cNvPr>
            <p:cNvSpPr/>
            <p:nvPr/>
          </p:nvSpPr>
          <p:spPr>
            <a:xfrm>
              <a:off x="502920" y="1109055"/>
              <a:ext cx="3096000" cy="648000"/>
            </a:xfrm>
            <a:prstGeom prst="rect">
              <a:avLst/>
            </a:prstGeom>
            <a:solidFill>
              <a:srgbClr val="BEDAFF">
                <a:alpha val="20000"/>
              </a:srgbClr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144000" rIns="108000" bIns="144000" anchor="ctr" anchorCtr="0"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배액관 떨림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(chattering)?</a:t>
              </a:r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CCCB73BC-B7BA-8194-6F1D-DD9387ABF6FD}"/>
                </a:ext>
              </a:extLst>
            </p:cNvPr>
            <p:cNvSpPr/>
            <p:nvPr/>
          </p:nvSpPr>
          <p:spPr>
            <a:xfrm>
              <a:off x="3598920" y="1433055"/>
              <a:ext cx="1152000" cy="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 w="lg" len="med"/>
            </a:ln>
          </p:spPr>
          <p:txBody>
            <a:bodyPr/>
            <a:lstStyle/>
            <a:p>
              <a:endParaRPr lang="ko-KR" altLang="en-US" sz="1200" b="1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8E72C471-7820-C08A-AF3E-2488BFCE0A80}"/>
                </a:ext>
              </a:extLst>
            </p:cNvPr>
            <p:cNvSpPr/>
            <p:nvPr/>
          </p:nvSpPr>
          <p:spPr>
            <a:xfrm>
              <a:off x="3946320" y="1203974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200" b="1" dirty="0">
                  <a:latin typeface="삼성명조 M" panose="00000600000000000000" pitchFamily="2" charset="-127"/>
                  <a:ea typeface="삼성명조 M" panose="00000600000000000000" pitchFamily="2" charset="-127"/>
                </a:rPr>
                <a:t>예</a:t>
              </a:r>
              <a:endParaRPr lang="en-US" sz="1200" b="1" dirty="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2C58614D-BEB1-7BFD-B928-555A91B27B8C}"/>
                </a:ext>
              </a:extLst>
            </p:cNvPr>
            <p:cNvSpPr/>
            <p:nvPr/>
          </p:nvSpPr>
          <p:spPr>
            <a:xfrm>
              <a:off x="4769414" y="929055"/>
              <a:ext cx="3096000" cy="1008000"/>
            </a:xfrm>
            <a:prstGeom prst="rect">
              <a:avLst/>
            </a:prstGeom>
            <a:solidFill>
              <a:srgbClr val="8CBAFF"/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72000" rIns="72000" bIns="72000" anchor="ctr" anchorCtr="0">
              <a:noAutofit/>
            </a:bodyPr>
            <a:lstStyle/>
            <a:p>
              <a:pPr marL="144000" indent="-360000">
                <a:lnSpc>
                  <a:spcPct val="110000"/>
                </a:lnSpc>
              </a:pP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다음을 평가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:</a:t>
              </a:r>
            </a:p>
            <a:p>
              <a:pPr marL="144000" indent="-360000">
                <a:lnSpc>
                  <a:spcPct val="110000"/>
                </a:lnSpc>
              </a:pP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- </a:t>
              </a:r>
              <a:r>
                <a:rPr lang="ko-KR" altLang="en-US" sz="1200" b="1" dirty="0" err="1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저혈량증</a:t>
              </a:r>
              <a:endParaRPr lang="ko-KR" altLang="en-US" sz="1200" b="1" dirty="0">
                <a:solidFill>
                  <a:srgbClr val="1A1A1A"/>
                </a:solidFill>
                <a:latin typeface="삼성명조 M" panose="00000600000000000000" pitchFamily="2" charset="-127"/>
                <a:ea typeface="삼성명조 M" panose="00000600000000000000" pitchFamily="2" charset="-127"/>
                <a:cs typeface="Outfit" pitchFamily="34" charset="-120"/>
              </a:endParaRPr>
            </a:p>
            <a:p>
              <a:pPr marL="144000" indent="-360000">
                <a:lnSpc>
                  <a:spcPct val="110000"/>
                </a:lnSpc>
              </a:pP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- </a:t>
              </a:r>
              <a:r>
                <a:rPr lang="ko-KR" altLang="en-US" sz="1200" b="1" dirty="0" err="1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캐뉼러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 위치 이상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/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폐색</a:t>
              </a:r>
            </a:p>
            <a:p>
              <a:pPr marL="144000" indent="-360000">
                <a:lnSpc>
                  <a:spcPct val="110000"/>
                </a:lnSpc>
              </a:pP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- </a:t>
              </a:r>
              <a:r>
                <a:rPr lang="ko-KR" altLang="en-US" sz="1200" b="1" dirty="0" err="1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긴장성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 </a:t>
              </a:r>
              <a:r>
                <a:rPr lang="ko-KR" altLang="en-US" sz="1200" b="1" dirty="0" err="1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기흉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, </a:t>
              </a:r>
              <a:r>
                <a:rPr lang="ko-KR" altLang="en-US" sz="1200" b="1" dirty="0" err="1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심낭압전</a:t>
              </a:r>
              <a:endParaRPr lang="ko-KR" altLang="en-US" sz="1200" b="1" dirty="0">
                <a:solidFill>
                  <a:srgbClr val="1A1A1A"/>
                </a:solidFill>
                <a:latin typeface="삼성명조 M" panose="00000600000000000000" pitchFamily="2" charset="-127"/>
                <a:ea typeface="삼성명조 M" panose="00000600000000000000" pitchFamily="2" charset="-127"/>
                <a:cs typeface="Outfit" pitchFamily="34" charset="-120"/>
              </a:endParaRPr>
            </a:p>
          </p:txBody>
        </p:sp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FD7B1820-4F7A-2029-640A-FD288135AEB5}"/>
                </a:ext>
              </a:extLst>
            </p:cNvPr>
            <p:cNvSpPr/>
            <p:nvPr/>
          </p:nvSpPr>
          <p:spPr>
            <a:xfrm>
              <a:off x="2050920" y="1753214"/>
              <a:ext cx="0" cy="432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 w="lg" len="med"/>
            </a:ln>
          </p:spPr>
          <p:txBody>
            <a:bodyPr/>
            <a:lstStyle/>
            <a:p>
              <a:endParaRPr lang="ko-KR" altLang="en-US" sz="1200" b="1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D7806259-3BAF-9FC8-BC44-E82212401154}"/>
                </a:ext>
              </a:extLst>
            </p:cNvPr>
            <p:cNvSpPr/>
            <p:nvPr/>
          </p:nvSpPr>
          <p:spPr>
            <a:xfrm>
              <a:off x="2197840" y="1879214"/>
              <a:ext cx="648000" cy="18000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marL="0" indent="0">
                <a:buNone/>
              </a:pPr>
              <a:r>
                <a:rPr lang="ko-KR" altLang="en-US" sz="1200" b="1" dirty="0">
                  <a:solidFill>
                    <a:srgbClr val="555555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</a:rPr>
                <a:t>아니요</a:t>
              </a:r>
              <a:endParaRPr lang="en-US" sz="1200" b="1" dirty="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E0980EFE-6891-0A1D-BA74-5AAB3CED5352}"/>
                </a:ext>
              </a:extLst>
            </p:cNvPr>
            <p:cNvSpPr/>
            <p:nvPr/>
          </p:nvSpPr>
          <p:spPr>
            <a:xfrm>
              <a:off x="2050920" y="2861655"/>
              <a:ext cx="0" cy="27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 w="lg" len="med"/>
            </a:ln>
          </p:spPr>
          <p:txBody>
            <a:bodyPr/>
            <a:lstStyle/>
            <a:p>
              <a:endParaRPr lang="ko-KR" altLang="en-US" sz="1200" b="1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31" name="Shape 29">
              <a:extLst>
                <a:ext uri="{FF2B5EF4-FFF2-40B4-BE49-F238E27FC236}">
                  <a16:creationId xmlns:a16="http://schemas.microsoft.com/office/drawing/2014/main" id="{97BF7C4A-7936-5A21-A43F-D73390755EC1}"/>
                </a:ext>
              </a:extLst>
            </p:cNvPr>
            <p:cNvSpPr/>
            <p:nvPr/>
          </p:nvSpPr>
          <p:spPr>
            <a:xfrm>
              <a:off x="2050920" y="3768346"/>
              <a:ext cx="0" cy="36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 w="lg" len="med"/>
            </a:ln>
          </p:spPr>
          <p:txBody>
            <a:bodyPr/>
            <a:lstStyle/>
            <a:p>
              <a:endParaRPr lang="ko-KR" altLang="en-US" sz="1200" b="1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40" name="Shape 38">
              <a:extLst>
                <a:ext uri="{FF2B5EF4-FFF2-40B4-BE49-F238E27FC236}">
                  <a16:creationId xmlns:a16="http://schemas.microsoft.com/office/drawing/2014/main" id="{9DF620A1-3DB5-0DCE-9AC1-8A13FF5CEB5F}"/>
                </a:ext>
              </a:extLst>
            </p:cNvPr>
            <p:cNvSpPr/>
            <p:nvPr/>
          </p:nvSpPr>
          <p:spPr>
            <a:xfrm>
              <a:off x="2050920" y="4775912"/>
              <a:ext cx="0" cy="36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 w="lg" len="med"/>
            </a:ln>
          </p:spPr>
          <p:txBody>
            <a:bodyPr/>
            <a:lstStyle/>
            <a:p>
              <a:endParaRPr lang="ko-KR" altLang="en-US" sz="1200" b="1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47" name="Shape 45">
              <a:extLst>
                <a:ext uri="{FF2B5EF4-FFF2-40B4-BE49-F238E27FC236}">
                  <a16:creationId xmlns:a16="http://schemas.microsoft.com/office/drawing/2014/main" id="{04C130C3-AA3A-658D-849C-D9FAAF5D3E76}"/>
                </a:ext>
              </a:extLst>
            </p:cNvPr>
            <p:cNvSpPr/>
            <p:nvPr/>
          </p:nvSpPr>
          <p:spPr>
            <a:xfrm>
              <a:off x="2050920" y="5783478"/>
              <a:ext cx="0" cy="36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 w="lg" len="med"/>
            </a:ln>
          </p:spPr>
          <p:txBody>
            <a:bodyPr/>
            <a:lstStyle/>
            <a:p>
              <a:endParaRPr lang="ko-KR" altLang="en-US" sz="1200" b="1" dirty="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40D0C826-E5DA-A575-F5F4-78E7022DEFDF}"/>
                </a:ext>
              </a:extLst>
            </p:cNvPr>
            <p:cNvSpPr/>
            <p:nvPr/>
          </p:nvSpPr>
          <p:spPr>
            <a:xfrm>
              <a:off x="502920" y="2196996"/>
              <a:ext cx="3096000" cy="648000"/>
            </a:xfrm>
            <a:prstGeom prst="rect">
              <a:avLst/>
            </a:prstGeom>
            <a:solidFill>
              <a:srgbClr val="BEDAFF">
                <a:alpha val="20000"/>
              </a:srgbClr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144000" rIns="108000" bIns="144000" anchor="ctr" anchorCtr="0"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최근 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ECMO 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또는 인공호흡기 설정 변경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?</a:t>
              </a:r>
            </a:p>
          </p:txBody>
        </p:sp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7EFB8DF0-2ED0-6EB1-8F18-4F486826B192}"/>
                </a:ext>
              </a:extLst>
            </p:cNvPr>
            <p:cNvSpPr/>
            <p:nvPr/>
          </p:nvSpPr>
          <p:spPr>
            <a:xfrm>
              <a:off x="4769414" y="2196996"/>
              <a:ext cx="3096000" cy="648000"/>
            </a:xfrm>
            <a:prstGeom prst="rect">
              <a:avLst/>
            </a:prstGeom>
            <a:solidFill>
              <a:srgbClr val="8CBAFF"/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72000" tIns="72000" rIns="36000" bIns="72000" anchor="ctr" anchorCtr="0">
              <a:noAutofit/>
            </a:bodyPr>
            <a:lstStyle/>
            <a:p>
              <a:pPr marL="144000" indent="-360000">
                <a:lnSpc>
                  <a:spcPct val="110000"/>
                </a:lnSpc>
              </a:pP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인공호흡기 또는 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ECMO 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설정을 적절히 조정</a:t>
              </a:r>
            </a:p>
          </p:txBody>
        </p:sp>
        <p:sp>
          <p:nvSpPr>
            <p:cNvPr id="58" name="Shape 5">
              <a:extLst>
                <a:ext uri="{FF2B5EF4-FFF2-40B4-BE49-F238E27FC236}">
                  <a16:creationId xmlns:a16="http://schemas.microsoft.com/office/drawing/2014/main" id="{95C55D96-E689-5855-0CB5-6EFE874A05BE}"/>
                </a:ext>
              </a:extLst>
            </p:cNvPr>
            <p:cNvSpPr/>
            <p:nvPr/>
          </p:nvSpPr>
          <p:spPr>
            <a:xfrm>
              <a:off x="3598920" y="2520996"/>
              <a:ext cx="1152000" cy="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 w="lg" len="med"/>
            </a:ln>
          </p:spPr>
          <p:txBody>
            <a:bodyPr/>
            <a:lstStyle/>
            <a:p>
              <a:endParaRPr lang="ko-KR" altLang="en-US" sz="1200" b="1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59" name="Text 6">
              <a:extLst>
                <a:ext uri="{FF2B5EF4-FFF2-40B4-BE49-F238E27FC236}">
                  <a16:creationId xmlns:a16="http://schemas.microsoft.com/office/drawing/2014/main" id="{09D3203A-03C8-CEF9-8A6C-B58D52149F9A}"/>
                </a:ext>
              </a:extLst>
            </p:cNvPr>
            <p:cNvSpPr/>
            <p:nvPr/>
          </p:nvSpPr>
          <p:spPr>
            <a:xfrm>
              <a:off x="3946320" y="2313539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ko-KR" altLang="en-US" sz="1200" b="1" dirty="0">
                  <a:latin typeface="삼성명조 M" panose="00000600000000000000" pitchFamily="2" charset="-127"/>
                  <a:ea typeface="삼성명조 M" panose="00000600000000000000" pitchFamily="2" charset="-127"/>
                </a:rPr>
                <a:t>예</a:t>
              </a:r>
              <a:endParaRPr lang="en-US" sz="1200" b="1" dirty="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828DB0C5-836C-D156-0CC4-2EDC52D49D99}"/>
                </a:ext>
              </a:extLst>
            </p:cNvPr>
            <p:cNvSpPr/>
            <p:nvPr/>
          </p:nvSpPr>
          <p:spPr>
            <a:xfrm>
              <a:off x="502920" y="3129561"/>
              <a:ext cx="3096000" cy="648000"/>
            </a:xfrm>
            <a:prstGeom prst="rect">
              <a:avLst/>
            </a:prstGeom>
            <a:solidFill>
              <a:srgbClr val="BEDAFF">
                <a:alpha val="20000"/>
              </a:srgbClr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144000" rIns="108000" bIns="144000" anchor="ctr" anchorCtr="0"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관류 </a:t>
              </a:r>
              <a:r>
                <a:rPr lang="ko-KR" altLang="en-US" sz="1200" b="1" dirty="0" err="1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캐뉼라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 </a:t>
              </a:r>
              <a:r>
                <a:rPr lang="ko-KR" altLang="en-US" sz="1200" b="1" dirty="0" err="1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혈액색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 확인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:</a:t>
              </a:r>
            </a:p>
            <a:p>
              <a:pPr algn="ctr"/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배액 </a:t>
              </a:r>
              <a:r>
                <a:rPr lang="ko-KR" altLang="en-US" sz="1200" b="1" dirty="0" err="1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캐뉼라와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 동일한가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?</a:t>
              </a:r>
            </a:p>
          </p:txBody>
        </p:sp>
        <p:sp>
          <p:nvSpPr>
            <p:cNvPr id="27" name="Shape 25">
              <a:extLst>
                <a:ext uri="{FF2B5EF4-FFF2-40B4-BE49-F238E27FC236}">
                  <a16:creationId xmlns:a16="http://schemas.microsoft.com/office/drawing/2014/main" id="{26CC1796-A459-4446-8779-76D7D94A8184}"/>
                </a:ext>
              </a:extLst>
            </p:cNvPr>
            <p:cNvSpPr/>
            <p:nvPr/>
          </p:nvSpPr>
          <p:spPr>
            <a:xfrm>
              <a:off x="4769414" y="3129561"/>
              <a:ext cx="3096000" cy="648000"/>
            </a:xfrm>
            <a:prstGeom prst="rect">
              <a:avLst/>
            </a:prstGeom>
            <a:solidFill>
              <a:srgbClr val="8CBAFF"/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72000" rIns="72000" bIns="72000" anchor="ctr" anchorCtr="0">
              <a:noAutofit/>
            </a:bodyPr>
            <a:lstStyle/>
            <a:p>
              <a:pPr marL="144000" indent="-360000">
                <a:lnSpc>
                  <a:spcPct val="110000"/>
                </a:lnSpc>
              </a:pP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1. 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관류 </a:t>
              </a:r>
              <a:r>
                <a:rPr lang="ko-KR" altLang="en-US" sz="1200" b="1" dirty="0" err="1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캐뉼라의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 혈액가스 분석</a:t>
              </a:r>
            </a:p>
            <a:p>
              <a:pPr marL="144000" indent="-360000">
                <a:lnSpc>
                  <a:spcPct val="110000"/>
                </a:lnSpc>
              </a:pP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2. </a:t>
              </a:r>
              <a:r>
                <a:rPr lang="ko-KR" altLang="en-US" sz="1200" b="1" dirty="0" err="1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산소기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 교체</a:t>
              </a:r>
            </a:p>
          </p:txBody>
        </p:sp>
        <p:sp>
          <p:nvSpPr>
            <p:cNvPr id="61" name="Shape 5">
              <a:extLst>
                <a:ext uri="{FF2B5EF4-FFF2-40B4-BE49-F238E27FC236}">
                  <a16:creationId xmlns:a16="http://schemas.microsoft.com/office/drawing/2014/main" id="{5DD1E6C1-9946-A8F5-76B4-4D101D3F4160}"/>
                </a:ext>
              </a:extLst>
            </p:cNvPr>
            <p:cNvSpPr/>
            <p:nvPr/>
          </p:nvSpPr>
          <p:spPr>
            <a:xfrm>
              <a:off x="3598920" y="3453561"/>
              <a:ext cx="1152000" cy="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 w="lg" len="med"/>
            </a:ln>
          </p:spPr>
          <p:txBody>
            <a:bodyPr/>
            <a:lstStyle/>
            <a:p>
              <a:endParaRPr lang="ko-KR" altLang="en-US" sz="1200" b="1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62" name="Text 6">
              <a:extLst>
                <a:ext uri="{FF2B5EF4-FFF2-40B4-BE49-F238E27FC236}">
                  <a16:creationId xmlns:a16="http://schemas.microsoft.com/office/drawing/2014/main" id="{891677E9-05D7-4BFD-8A35-D4B4BE7B08DD}"/>
                </a:ext>
              </a:extLst>
            </p:cNvPr>
            <p:cNvSpPr/>
            <p:nvPr/>
          </p:nvSpPr>
          <p:spPr>
            <a:xfrm>
              <a:off x="3946320" y="3243104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ko-KR" altLang="en-US" sz="1200" b="1" dirty="0">
                  <a:latin typeface="삼성명조 M" panose="00000600000000000000" pitchFamily="2" charset="-127"/>
                  <a:ea typeface="삼성명조 M" panose="00000600000000000000" pitchFamily="2" charset="-127"/>
                </a:rPr>
                <a:t>예</a:t>
              </a:r>
              <a:endParaRPr lang="en-US" sz="1200" b="1" dirty="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32" name="Shape 30">
              <a:extLst>
                <a:ext uri="{FF2B5EF4-FFF2-40B4-BE49-F238E27FC236}">
                  <a16:creationId xmlns:a16="http://schemas.microsoft.com/office/drawing/2014/main" id="{68A4C76A-1DF0-1261-8D95-0E1813A925E6}"/>
                </a:ext>
              </a:extLst>
            </p:cNvPr>
            <p:cNvSpPr/>
            <p:nvPr/>
          </p:nvSpPr>
          <p:spPr>
            <a:xfrm>
              <a:off x="502920" y="4140125"/>
              <a:ext cx="3096000" cy="648000"/>
            </a:xfrm>
            <a:prstGeom prst="rect">
              <a:avLst/>
            </a:prstGeom>
            <a:solidFill>
              <a:srgbClr val="BEDAFF">
                <a:alpha val="20000"/>
              </a:srgbClr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36000" tIns="144000" rIns="36000" bIns="144000" anchor="ctr" anchorCtr="0">
              <a:noAutofit/>
            </a:bodyPr>
            <a:lstStyle/>
            <a:p>
              <a:pPr algn="ctr"/>
              <a:r>
                <a:rPr lang="ko-KR" altLang="en-US" sz="1200" b="1" dirty="0" err="1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심박출량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 증가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?</a:t>
              </a:r>
            </a:p>
            <a:p>
              <a:pPr algn="ctr"/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예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. 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발열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, </a:t>
              </a:r>
              <a:r>
                <a:rPr lang="ko-KR" altLang="en-US" sz="1200" b="1" dirty="0" err="1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빈맥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, 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초조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/</a:t>
              </a:r>
              <a:r>
                <a:rPr lang="ko-KR" altLang="en-US" sz="1200" b="1" dirty="0" err="1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섬망</a:t>
              </a:r>
              <a:endParaRPr lang="ko-KR" altLang="en-US" sz="1200" b="1" dirty="0">
                <a:solidFill>
                  <a:srgbClr val="1A1A1A"/>
                </a:solidFill>
                <a:latin typeface="삼성명조 M" panose="00000600000000000000" pitchFamily="2" charset="-127"/>
                <a:ea typeface="삼성명조 M" panose="00000600000000000000" pitchFamily="2" charset="-127"/>
                <a:cs typeface="Outfit" pitchFamily="34" charset="-120"/>
              </a:endParaRPr>
            </a:p>
          </p:txBody>
        </p:sp>
        <p:sp>
          <p:nvSpPr>
            <p:cNvPr id="36" name="Shape 34">
              <a:extLst>
                <a:ext uri="{FF2B5EF4-FFF2-40B4-BE49-F238E27FC236}">
                  <a16:creationId xmlns:a16="http://schemas.microsoft.com/office/drawing/2014/main" id="{4721394D-0F34-5D13-7BD4-40D7E6BDFC87}"/>
                </a:ext>
              </a:extLst>
            </p:cNvPr>
            <p:cNvSpPr/>
            <p:nvPr/>
          </p:nvSpPr>
          <p:spPr>
            <a:xfrm>
              <a:off x="4769414" y="4068125"/>
              <a:ext cx="3096000" cy="792000"/>
            </a:xfrm>
            <a:prstGeom prst="rect">
              <a:avLst/>
            </a:prstGeom>
            <a:solidFill>
              <a:srgbClr val="8CBAFF"/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72000" rIns="72000" bIns="72000" anchor="ctr" anchorCtr="0">
              <a:noAutofit/>
            </a:bodyPr>
            <a:lstStyle/>
            <a:p>
              <a:pPr marL="144000" indent="-360000">
                <a:lnSpc>
                  <a:spcPct val="110000"/>
                </a:lnSpc>
              </a:pP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1. 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발열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/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통증 치료</a:t>
              </a:r>
            </a:p>
            <a:p>
              <a:pPr marL="144000" indent="-360000">
                <a:lnSpc>
                  <a:spcPct val="110000"/>
                </a:lnSpc>
              </a:pP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2. 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진정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, </a:t>
              </a:r>
              <a:r>
                <a:rPr lang="ko-KR" altLang="en-US" sz="1200" b="1" dirty="0" err="1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근이완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, 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베타차단제 고려</a:t>
              </a:r>
            </a:p>
          </p:txBody>
        </p:sp>
        <p:sp>
          <p:nvSpPr>
            <p:cNvPr id="64" name="Shape 5">
              <a:extLst>
                <a:ext uri="{FF2B5EF4-FFF2-40B4-BE49-F238E27FC236}">
                  <a16:creationId xmlns:a16="http://schemas.microsoft.com/office/drawing/2014/main" id="{24F20F98-9C24-89B4-1759-D25D14CB108A}"/>
                </a:ext>
              </a:extLst>
            </p:cNvPr>
            <p:cNvSpPr/>
            <p:nvPr/>
          </p:nvSpPr>
          <p:spPr>
            <a:xfrm>
              <a:off x="3598920" y="4464125"/>
              <a:ext cx="1152000" cy="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 w="lg" len="med"/>
            </a:ln>
          </p:spPr>
          <p:txBody>
            <a:bodyPr/>
            <a:lstStyle/>
            <a:p>
              <a:endParaRPr lang="ko-KR" altLang="en-US" sz="1200" b="1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65" name="Text 6">
              <a:extLst>
                <a:ext uri="{FF2B5EF4-FFF2-40B4-BE49-F238E27FC236}">
                  <a16:creationId xmlns:a16="http://schemas.microsoft.com/office/drawing/2014/main" id="{DEEE318B-74E5-0D41-887F-049E9DAE340E}"/>
                </a:ext>
              </a:extLst>
            </p:cNvPr>
            <p:cNvSpPr/>
            <p:nvPr/>
          </p:nvSpPr>
          <p:spPr>
            <a:xfrm>
              <a:off x="3946320" y="4244669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ko-KR" altLang="en-US" sz="1200" b="1" dirty="0">
                  <a:latin typeface="삼성명조 M" panose="00000600000000000000" pitchFamily="2" charset="-127"/>
                  <a:ea typeface="삼성명조 M" panose="00000600000000000000" pitchFamily="2" charset="-127"/>
                </a:rPr>
                <a:t>예</a:t>
              </a:r>
              <a:endParaRPr lang="en-US" sz="1200" b="1" dirty="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41" name="Shape 39">
              <a:extLst>
                <a:ext uri="{FF2B5EF4-FFF2-40B4-BE49-F238E27FC236}">
                  <a16:creationId xmlns:a16="http://schemas.microsoft.com/office/drawing/2014/main" id="{482B2E3E-13FF-E05E-30F6-7DC4CF1CA90B}"/>
                </a:ext>
              </a:extLst>
            </p:cNvPr>
            <p:cNvSpPr/>
            <p:nvPr/>
          </p:nvSpPr>
          <p:spPr>
            <a:xfrm>
              <a:off x="502920" y="5138692"/>
              <a:ext cx="3096000" cy="648000"/>
            </a:xfrm>
            <a:prstGeom prst="rect">
              <a:avLst/>
            </a:prstGeom>
            <a:solidFill>
              <a:srgbClr val="BEDAFF">
                <a:alpha val="20000"/>
              </a:srgbClr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144000" rIns="108000" bIns="144000" anchor="ctr" anchorCtr="0"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환자의 폐 기능 악화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?</a:t>
              </a:r>
            </a:p>
          </p:txBody>
        </p:sp>
        <p:sp>
          <p:nvSpPr>
            <p:cNvPr id="45" name="Shape 43">
              <a:extLst>
                <a:ext uri="{FF2B5EF4-FFF2-40B4-BE49-F238E27FC236}">
                  <a16:creationId xmlns:a16="http://schemas.microsoft.com/office/drawing/2014/main" id="{DA42FDA0-0A89-1FD0-2434-70E38E214100}"/>
                </a:ext>
              </a:extLst>
            </p:cNvPr>
            <p:cNvSpPr/>
            <p:nvPr/>
          </p:nvSpPr>
          <p:spPr>
            <a:xfrm>
              <a:off x="4769414" y="5138692"/>
              <a:ext cx="3096000" cy="648000"/>
            </a:xfrm>
            <a:prstGeom prst="rect">
              <a:avLst/>
            </a:prstGeom>
            <a:solidFill>
              <a:srgbClr val="8CBAFF"/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72000" rIns="72000" bIns="72000" anchor="ctr" anchorCtr="0">
              <a:noAutofit/>
            </a:bodyPr>
            <a:lstStyle/>
            <a:p>
              <a:pPr marL="144000" indent="-360000">
                <a:lnSpc>
                  <a:spcPct val="110000"/>
                </a:lnSpc>
              </a:pP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1. 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폐 청진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, 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흉부 방사선 촬영</a:t>
              </a:r>
            </a:p>
            <a:p>
              <a:pPr marL="144000" indent="-360000">
                <a:lnSpc>
                  <a:spcPct val="110000"/>
                </a:lnSpc>
              </a:pP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2. ECMO 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설정 증가</a:t>
              </a:r>
            </a:p>
          </p:txBody>
        </p:sp>
        <p:sp>
          <p:nvSpPr>
            <p:cNvPr id="67" name="Shape 5">
              <a:extLst>
                <a:ext uri="{FF2B5EF4-FFF2-40B4-BE49-F238E27FC236}">
                  <a16:creationId xmlns:a16="http://schemas.microsoft.com/office/drawing/2014/main" id="{0AC88171-1AB3-D8A8-012C-2B69A6AE6A2B}"/>
                </a:ext>
              </a:extLst>
            </p:cNvPr>
            <p:cNvSpPr/>
            <p:nvPr/>
          </p:nvSpPr>
          <p:spPr>
            <a:xfrm>
              <a:off x="3598920" y="5462692"/>
              <a:ext cx="1152000" cy="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 w="lg" len="med"/>
            </a:ln>
          </p:spPr>
          <p:txBody>
            <a:bodyPr/>
            <a:lstStyle/>
            <a:p>
              <a:endParaRPr lang="ko-KR" altLang="en-US" sz="1200" b="1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68" name="Text 6">
              <a:extLst>
                <a:ext uri="{FF2B5EF4-FFF2-40B4-BE49-F238E27FC236}">
                  <a16:creationId xmlns:a16="http://schemas.microsoft.com/office/drawing/2014/main" id="{22A3DBC7-0A94-FE28-61F9-FE06D7B02C28}"/>
                </a:ext>
              </a:extLst>
            </p:cNvPr>
            <p:cNvSpPr/>
            <p:nvPr/>
          </p:nvSpPr>
          <p:spPr>
            <a:xfrm>
              <a:off x="3946320" y="5246234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ko-KR" altLang="en-US" sz="1200" b="1" dirty="0">
                  <a:latin typeface="삼성명조 M" panose="00000600000000000000" pitchFamily="2" charset="-127"/>
                  <a:ea typeface="삼성명조 M" panose="00000600000000000000" pitchFamily="2" charset="-127"/>
                </a:rPr>
                <a:t>예</a:t>
              </a:r>
              <a:endParaRPr lang="en-US" sz="1200" b="1" dirty="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50" name="Shape 48">
              <a:extLst>
                <a:ext uri="{FF2B5EF4-FFF2-40B4-BE49-F238E27FC236}">
                  <a16:creationId xmlns:a16="http://schemas.microsoft.com/office/drawing/2014/main" id="{967A5E54-60D5-0400-017E-73EF256A42CA}"/>
                </a:ext>
              </a:extLst>
            </p:cNvPr>
            <p:cNvSpPr/>
            <p:nvPr/>
          </p:nvSpPr>
          <p:spPr>
            <a:xfrm>
              <a:off x="502920" y="6143256"/>
              <a:ext cx="3096000" cy="648000"/>
            </a:xfrm>
            <a:prstGeom prst="rect">
              <a:avLst/>
            </a:prstGeom>
            <a:solidFill>
              <a:srgbClr val="BEDAFF">
                <a:alpha val="20000"/>
              </a:srgbClr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144000" rIns="108000" bIns="144000" anchor="ctr" anchorCtr="0"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혼합정맥 산소포화도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 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감소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?</a:t>
              </a:r>
            </a:p>
          </p:txBody>
        </p:sp>
        <p:sp>
          <p:nvSpPr>
            <p:cNvPr id="54" name="Shape 52">
              <a:extLst>
                <a:ext uri="{FF2B5EF4-FFF2-40B4-BE49-F238E27FC236}">
                  <a16:creationId xmlns:a16="http://schemas.microsoft.com/office/drawing/2014/main" id="{2B0FC90B-D61C-2F2B-CF24-901D8EDD2504}"/>
                </a:ext>
              </a:extLst>
            </p:cNvPr>
            <p:cNvSpPr/>
            <p:nvPr/>
          </p:nvSpPr>
          <p:spPr>
            <a:xfrm>
              <a:off x="4769414" y="6071256"/>
              <a:ext cx="3096000" cy="792000"/>
            </a:xfrm>
            <a:prstGeom prst="rect">
              <a:avLst/>
            </a:prstGeom>
            <a:solidFill>
              <a:srgbClr val="8CBAFF"/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72000" rIns="72000" bIns="72000" anchor="ctr" anchorCtr="0">
              <a:noAutofit/>
            </a:bodyPr>
            <a:lstStyle/>
            <a:p>
              <a:pPr marL="144000" indent="-360000">
                <a:lnSpc>
                  <a:spcPct val="110000"/>
                </a:lnSpc>
              </a:pP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1. 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패혈증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, 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심부전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, 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빈혈 평가</a:t>
              </a:r>
            </a:p>
            <a:p>
              <a:pPr marL="144000" indent="-360000">
                <a:lnSpc>
                  <a:spcPct val="110000"/>
                </a:lnSpc>
              </a:pP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2. ECMO 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설정 증가</a:t>
              </a:r>
            </a:p>
          </p:txBody>
        </p:sp>
        <p:sp>
          <p:nvSpPr>
            <p:cNvPr id="70" name="Shape 5">
              <a:extLst>
                <a:ext uri="{FF2B5EF4-FFF2-40B4-BE49-F238E27FC236}">
                  <a16:creationId xmlns:a16="http://schemas.microsoft.com/office/drawing/2014/main" id="{C1FE2E4C-EED4-1D55-529F-B6D1F35B0D7E}"/>
                </a:ext>
              </a:extLst>
            </p:cNvPr>
            <p:cNvSpPr/>
            <p:nvPr/>
          </p:nvSpPr>
          <p:spPr>
            <a:xfrm>
              <a:off x="3598920" y="6467256"/>
              <a:ext cx="1152000" cy="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 w="lg" len="med"/>
            </a:ln>
          </p:spPr>
          <p:txBody>
            <a:bodyPr/>
            <a:lstStyle/>
            <a:p>
              <a:endParaRPr lang="ko-KR" altLang="en-US" sz="1200" b="1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71" name="Text 6">
              <a:extLst>
                <a:ext uri="{FF2B5EF4-FFF2-40B4-BE49-F238E27FC236}">
                  <a16:creationId xmlns:a16="http://schemas.microsoft.com/office/drawing/2014/main" id="{B50DD263-0D87-CC36-8E31-A402DBFB5450}"/>
                </a:ext>
              </a:extLst>
            </p:cNvPr>
            <p:cNvSpPr/>
            <p:nvPr/>
          </p:nvSpPr>
          <p:spPr>
            <a:xfrm>
              <a:off x="3946320" y="6247800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ko-KR" altLang="en-US" sz="1200" b="1" dirty="0">
                  <a:latin typeface="삼성명조 M" panose="00000600000000000000" pitchFamily="2" charset="-127"/>
                  <a:ea typeface="삼성명조 M" panose="00000600000000000000" pitchFamily="2" charset="-127"/>
                </a:rPr>
                <a:t>예</a:t>
              </a:r>
              <a:endParaRPr lang="en-US" sz="1200" b="1" dirty="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73" name="Shape 11">
              <a:extLst>
                <a:ext uri="{FF2B5EF4-FFF2-40B4-BE49-F238E27FC236}">
                  <a16:creationId xmlns:a16="http://schemas.microsoft.com/office/drawing/2014/main" id="{A99FFE52-3894-2953-D223-0B9CD959D9B7}"/>
                </a:ext>
              </a:extLst>
            </p:cNvPr>
            <p:cNvSpPr/>
            <p:nvPr/>
          </p:nvSpPr>
          <p:spPr>
            <a:xfrm>
              <a:off x="2050920" y="637648"/>
              <a:ext cx="0" cy="468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 w="lg" len="med"/>
            </a:ln>
          </p:spPr>
          <p:txBody>
            <a:bodyPr/>
            <a:lstStyle/>
            <a:p>
              <a:endParaRPr lang="ko-KR" altLang="en-US" sz="1200" b="1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80" name="Shape 0">
              <a:extLst>
                <a:ext uri="{FF2B5EF4-FFF2-40B4-BE49-F238E27FC236}">
                  <a16:creationId xmlns:a16="http://schemas.microsoft.com/office/drawing/2014/main" id="{D430B4FC-0B66-571F-4457-3F1091C825AA}"/>
                </a:ext>
              </a:extLst>
            </p:cNvPr>
            <p:cNvSpPr/>
            <p:nvPr/>
          </p:nvSpPr>
          <p:spPr>
            <a:xfrm>
              <a:off x="502920" y="-82135"/>
              <a:ext cx="3096000" cy="720000"/>
            </a:xfrm>
            <a:prstGeom prst="rect">
              <a:avLst/>
            </a:prstGeom>
            <a:solidFill>
              <a:srgbClr val="1428A0"/>
            </a:solidFill>
            <a:ln w="19050">
              <a:solidFill>
                <a:srgbClr val="1A1A1A"/>
              </a:solidFill>
              <a:prstDash val="solid"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108000" tIns="72000" rIns="108000" bIns="72000" anchor="ctr" anchorCtr="0">
              <a:noAutofit/>
            </a:bodyPr>
            <a:lstStyle/>
            <a:p>
              <a:pPr algn="ctr"/>
              <a:r>
                <a:rPr lang="ko-KR" altLang="en-US" sz="1400" b="1" dirty="0">
                  <a:solidFill>
                    <a:schemeClr val="bg1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갑작스러운 산소포화도 저하</a:t>
              </a:r>
            </a:p>
            <a:p>
              <a:pPr algn="ctr"/>
              <a:r>
                <a:rPr lang="ko-KR" altLang="en-US" sz="1200" b="1" dirty="0">
                  <a:solidFill>
                    <a:schemeClr val="bg1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예</a:t>
              </a:r>
              <a:r>
                <a:rPr lang="en-US" altLang="ko-KR" sz="1200" b="1" dirty="0">
                  <a:solidFill>
                    <a:schemeClr val="bg1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. </a:t>
              </a:r>
              <a:r>
                <a:rPr lang="ko-KR" altLang="en-US" sz="1200" b="1" dirty="0" err="1">
                  <a:solidFill>
                    <a:schemeClr val="bg1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기저치</a:t>
              </a:r>
              <a:r>
                <a:rPr lang="ko-KR" altLang="en-US" sz="1200" b="1" dirty="0">
                  <a:solidFill>
                    <a:schemeClr val="bg1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 대비 산소포화도</a:t>
              </a:r>
              <a:r>
                <a:rPr lang="en-US" altLang="ko-KR" sz="1200" b="1" dirty="0">
                  <a:solidFill>
                    <a:schemeClr val="bg1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 ≥ 10% </a:t>
              </a:r>
              <a:r>
                <a:rPr lang="ko-KR" altLang="en-US" sz="1200" b="1" dirty="0">
                  <a:solidFill>
                    <a:schemeClr val="bg1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감소</a:t>
              </a:r>
            </a:p>
          </p:txBody>
        </p:sp>
        <p:sp>
          <p:nvSpPr>
            <p:cNvPr id="83" name="Text 19">
              <a:extLst>
                <a:ext uri="{FF2B5EF4-FFF2-40B4-BE49-F238E27FC236}">
                  <a16:creationId xmlns:a16="http://schemas.microsoft.com/office/drawing/2014/main" id="{0D05DAE7-5313-FDA0-B8EA-5DFD0976E6DD}"/>
                </a:ext>
              </a:extLst>
            </p:cNvPr>
            <p:cNvSpPr/>
            <p:nvPr/>
          </p:nvSpPr>
          <p:spPr>
            <a:xfrm>
              <a:off x="2197840" y="2906655"/>
              <a:ext cx="648000" cy="18000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r>
                <a:rPr lang="ko-KR" altLang="en-US" sz="1200" b="1" dirty="0">
                  <a:solidFill>
                    <a:srgbClr val="555555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</a:rPr>
                <a:t>아니요</a:t>
              </a:r>
              <a:endParaRPr lang="en-US" altLang="ko-KR" sz="1200" b="1" dirty="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84" name="Text 19">
              <a:extLst>
                <a:ext uri="{FF2B5EF4-FFF2-40B4-BE49-F238E27FC236}">
                  <a16:creationId xmlns:a16="http://schemas.microsoft.com/office/drawing/2014/main" id="{3BEF49A2-C974-106B-50F7-8E661E77E465}"/>
                </a:ext>
              </a:extLst>
            </p:cNvPr>
            <p:cNvSpPr/>
            <p:nvPr/>
          </p:nvSpPr>
          <p:spPr>
            <a:xfrm>
              <a:off x="2197840" y="3858346"/>
              <a:ext cx="648000" cy="18000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r>
                <a:rPr lang="ko-KR" altLang="en-US" sz="1200" b="1" dirty="0">
                  <a:solidFill>
                    <a:srgbClr val="555555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</a:rPr>
                <a:t>아니요</a:t>
              </a:r>
              <a:endParaRPr lang="en-US" altLang="ko-KR" sz="1200" b="1" dirty="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85" name="Text 19">
              <a:extLst>
                <a:ext uri="{FF2B5EF4-FFF2-40B4-BE49-F238E27FC236}">
                  <a16:creationId xmlns:a16="http://schemas.microsoft.com/office/drawing/2014/main" id="{5C29D4E4-F6A5-B93D-2E85-3176E2A393FF}"/>
                </a:ext>
              </a:extLst>
            </p:cNvPr>
            <p:cNvSpPr/>
            <p:nvPr/>
          </p:nvSpPr>
          <p:spPr>
            <a:xfrm>
              <a:off x="2197840" y="4865912"/>
              <a:ext cx="648000" cy="18000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r>
                <a:rPr lang="ko-KR" altLang="en-US" sz="1200" b="1" dirty="0">
                  <a:solidFill>
                    <a:srgbClr val="555555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</a:rPr>
                <a:t>아니요</a:t>
              </a:r>
              <a:endParaRPr lang="en-US" altLang="ko-KR" sz="1200" b="1" dirty="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86" name="Text 19">
              <a:extLst>
                <a:ext uri="{FF2B5EF4-FFF2-40B4-BE49-F238E27FC236}">
                  <a16:creationId xmlns:a16="http://schemas.microsoft.com/office/drawing/2014/main" id="{76701AF3-29A9-4DAB-4D19-FB5C178DB3D9}"/>
                </a:ext>
              </a:extLst>
            </p:cNvPr>
            <p:cNvSpPr/>
            <p:nvPr/>
          </p:nvSpPr>
          <p:spPr>
            <a:xfrm>
              <a:off x="2197840" y="5873478"/>
              <a:ext cx="648000" cy="18000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r>
                <a:rPr lang="ko-KR" altLang="en-US" sz="1200" b="1" dirty="0">
                  <a:solidFill>
                    <a:srgbClr val="555555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</a:rPr>
                <a:t>아니요</a:t>
              </a:r>
              <a:endParaRPr lang="en-US" altLang="ko-KR" sz="1200" b="1" dirty="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3632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92AF60-C5A1-4EDC-8D8A-3EC7EDD3EA14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6e64e334-c186-43b9-b192-7a914511a94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286</Words>
  <Application>Microsoft Office PowerPoint</Application>
  <PresentationFormat>화면 슬라이드 쇼(4:3)</PresentationFormat>
  <Paragraphs>71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삼성명조 M</vt:lpstr>
      <vt:lpstr>Arial</vt:lpstr>
      <vt:lpstr>Outfit</vt:lpstr>
      <vt:lpstr>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Soo Jin Na</cp:lastModifiedBy>
  <cp:revision>1</cp:revision>
  <dcterms:created xsi:type="dcterms:W3CDTF">2026-04-18T22:35:58Z</dcterms:created>
  <dcterms:modified xsi:type="dcterms:W3CDTF">2026-04-19T11:46:07Z</dcterms:modified>
</cp:coreProperties>
</file>